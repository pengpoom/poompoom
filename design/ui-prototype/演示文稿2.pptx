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2727"/>
    <a:srgbClr val="535659"/>
    <a:srgbClr val="262626"/>
    <a:srgbClr val="00FFFF"/>
    <a:srgbClr val="FFFF66"/>
    <a:srgbClr val="FFFFFF"/>
    <a:srgbClr val="0A0A0A"/>
    <a:srgbClr val="1112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818" y="822"/>
      </p:cViewPr>
      <p:guideLst>
        <p:guide orient="horz" pos="459"/>
        <p:guide pos="3840"/>
        <p:guide orient="horz" pos="22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E1BEF-8E9B-4584-960A-B0C8AA796D33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E7D29-78E8-43CD-98DD-9C57D59CCB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529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n w="3175">
                  <a:noFill/>
                </a:ln>
                <a:solidFill>
                  <a:schemeClr val="bg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ADLaM Display" panose="020F0502020204030204" pitchFamily="2" charset="0"/>
              </a:rPr>
              <a:t>生成一只黑色的小猫在和白色的小猫一起躺在窝里睡觉晒太阳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E7D29-78E8-43CD-98DD-9C57D59CCB4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790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2B9DCC-5BE1-1C25-DC4F-7D6A53BCE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10BD8F-2A8E-C6F5-D09A-D13CD0316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08870D-E997-CE1E-8CB8-AC055400F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63C3-5EAD-418F-9FEB-7AB88785AB86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37519A-EE26-7305-B38E-332CAB604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A38AFA-CAA2-FCA5-BF7B-59EFDD116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F8946-2BD0-489F-BC90-B5D57DE300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619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06D743-8953-B2B1-D529-09995ECF1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3B6476-79EE-DFF9-F8CB-455C4A212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C6A834-1EFD-8A27-281C-725DCE9DB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63C3-5EAD-418F-9FEB-7AB88785AB86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90A3A7-30F4-868F-8F91-A87334924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70248B-1BC1-8921-2FE9-BDD714E80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F8946-2BD0-489F-BC90-B5D57DE300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126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971941-7843-2208-1FC0-F374468CA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41BED1-22F4-0EDF-43C0-8318A40F4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21C10C-03FB-B9A1-A722-223DCF71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63C3-5EAD-418F-9FEB-7AB88785AB86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242A44-CB77-1034-FC81-E2CF852FD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7F4260-1D1A-79E2-E734-4FE60DB15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F8946-2BD0-489F-BC90-B5D57DE300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04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B6AEA4-CECB-17C5-C0E6-8AFA9B9B5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5DDA88-8828-9626-4F9B-94A81487DD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FA6499-D00C-CB26-92F4-F673FAF72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47A71B-CF18-816A-B9ED-BB3011B45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63C3-5EAD-418F-9FEB-7AB88785AB86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84007D-0195-3F20-7BB2-E957AAD60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FBABBF-DECD-A85E-3962-344058C6F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F8946-2BD0-489F-BC90-B5D57DE300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34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D800AC-97F1-CD68-29DD-F9C5F668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3A7A14-2213-E089-2B18-AD7D9DDA1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10DC42-74AB-11F4-7BC5-521C97689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B5F78C-01DD-E764-A4C7-119336A185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B6946F1-F6BD-F2D0-B880-A6EC5DDC33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8AB1D07-7219-A361-B380-C85A5B7E9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63C3-5EAD-418F-9FEB-7AB88785AB86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9839244-A8CD-966F-6462-EFF121F4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136A713-2375-C581-BF9D-102690F50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F8946-2BD0-489F-BC90-B5D57DE300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9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ECAAE0-E637-9BFD-3493-6A6B20A66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38B95C-AA42-7522-91CD-96D215BC2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63C3-5EAD-418F-9FEB-7AB88785AB86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8E981C-2AEE-8112-6756-574490348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CDF193-D1AB-3D06-20CC-B8225CB08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F8946-2BD0-489F-BC90-B5D57DE300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628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6A6998-B5ED-804B-713F-83703444A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63C3-5EAD-418F-9FEB-7AB88785AB86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9C6BCB-D301-F618-1C50-812E5F36D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E117B0-6201-348F-603C-4A87C5EF6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F8946-2BD0-489F-BC90-B5D57DE300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247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07CD5A-6649-0FE0-1628-34496BEB4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80A11A-1906-D759-14F5-90EC8068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94AF13-6D49-FD9D-925E-F638E82C4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4DE138-D395-D4EA-0ECB-32F144DC5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63C3-5EAD-418F-9FEB-7AB88785AB86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6D20EC-A406-95F8-19BA-0FC80DC1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AE59A9-BB8F-AEFA-B6CC-823ED438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F8946-2BD0-489F-BC90-B5D57DE300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2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57817-947A-6A03-B57B-F53078BB4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2B2A40-A88E-5DDB-2065-24BF768F1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11F288A-D92A-10C4-A312-0A8560E8F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80D3E7-35D8-6461-84C8-8B522B964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63C3-5EAD-418F-9FEB-7AB88785AB86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C85C83-1FD9-0E6E-7710-D4B61E28C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19AE7A-2C61-537C-D7D7-8732126D4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F8946-2BD0-489F-BC90-B5D57DE300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50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2EA21C-27C3-F589-906E-B82FA720D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92568D-7448-E8E2-6535-4947EDC38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149E82-0B57-1CB2-2BE6-F2C935956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63C3-5EAD-418F-9FEB-7AB88785AB86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50B475-A4E4-9E11-E271-B00112D41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DB3F35-668B-D1E2-C4C9-E65630C2A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F8946-2BD0-489F-BC90-B5D57DE300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358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3D3FD18-2F4F-BA87-2404-DC8AEA2FB5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4901A2-1472-D04C-7711-3BC5B62E0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B79711-7D7A-9BA7-D563-CBAB32030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63C3-5EAD-418F-9FEB-7AB88785AB86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75FC88-BB8E-62BC-0E5C-F8C389459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AD813F-E66B-1468-94D8-A42137740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F8946-2BD0-489F-BC90-B5D57DE300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72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98C0EF9-77A9-3BBB-CE12-3F44ABC19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3A14D7-1A88-39D8-3E81-9CFC57095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FD27C9-29F5-EB8D-B322-2CBB61602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5D63C3-5EAD-418F-9FEB-7AB88785AB86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59780B-6244-B5C5-D003-3A0F4B35A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C8F0BB-F6E7-D07B-C0A3-2BBE0E51C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F8946-2BD0-489F-BC90-B5D57DE300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27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svg"/><Relationship Id="rId18" Type="http://schemas.openxmlformats.org/officeDocument/2006/relationships/image" Target="../media/image2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sv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CD5AE13-6F20-82A4-535E-FCC2E14EF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6575"/>
            <a:ext cx="12192000" cy="578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47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FE474-14D4-11D1-F473-E559BBDD4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43027CC-EE33-E674-9575-B7803E5DB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6575"/>
            <a:ext cx="12192000" cy="578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253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3907373-3953-E913-5A14-554A6CB7F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32709" y="2004359"/>
            <a:ext cx="12192000" cy="586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63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431C080-D8F2-5D82-C07E-2A96CC7F4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875"/>
            <a:ext cx="12192000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635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5F89B0D-20D7-09D4-8A7B-F5E0E4C9D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515" y="0"/>
            <a:ext cx="79729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668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77ADE8F-9CEF-7567-D58A-7B14ED515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5688"/>
            <a:ext cx="12192000" cy="580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59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: 圆角 179">
            <a:extLst>
              <a:ext uri="{FF2B5EF4-FFF2-40B4-BE49-F238E27FC236}">
                <a16:creationId xmlns:a16="http://schemas.microsoft.com/office/drawing/2014/main" id="{D696D701-D878-FB01-CAA3-D290F6760325}"/>
              </a:ext>
            </a:extLst>
          </p:cNvPr>
          <p:cNvSpPr/>
          <p:nvPr/>
        </p:nvSpPr>
        <p:spPr>
          <a:xfrm>
            <a:off x="4178297" y="2001791"/>
            <a:ext cx="1174753" cy="21534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  <a:alpha val="12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24F7E7-1F94-D60D-FAB5-9BDCA515E16B}"/>
              </a:ext>
            </a:extLst>
          </p:cNvPr>
          <p:cNvSpPr/>
          <p:nvPr/>
        </p:nvSpPr>
        <p:spPr>
          <a:xfrm>
            <a:off x="-209550" y="-76200"/>
            <a:ext cx="12782550" cy="601888"/>
          </a:xfrm>
          <a:prstGeom prst="rect">
            <a:avLst/>
          </a:prstGeom>
          <a:solidFill>
            <a:srgbClr val="5356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D0B54E-D914-004C-CA9A-9C978E758E18}"/>
              </a:ext>
            </a:extLst>
          </p:cNvPr>
          <p:cNvSpPr/>
          <p:nvPr/>
        </p:nvSpPr>
        <p:spPr>
          <a:xfrm>
            <a:off x="0" y="525688"/>
            <a:ext cx="561975" cy="5806623"/>
          </a:xfrm>
          <a:prstGeom prst="rect">
            <a:avLst/>
          </a:prstGeom>
          <a:solidFill>
            <a:srgbClr val="111214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92DA82-EB75-9C30-A94B-4FBEB8DD9C3A}"/>
              </a:ext>
            </a:extLst>
          </p:cNvPr>
          <p:cNvSpPr/>
          <p:nvPr/>
        </p:nvSpPr>
        <p:spPr>
          <a:xfrm>
            <a:off x="155257" y="4512698"/>
            <a:ext cx="252412" cy="252412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rgbClr val="C00000"/>
                </a:gs>
                <a:gs pos="21000">
                  <a:srgbClr val="FFFF00"/>
                </a:gs>
                <a:gs pos="76000">
                  <a:srgbClr val="00FFFF"/>
                </a:gs>
                <a:gs pos="50461">
                  <a:srgbClr val="72FF8D"/>
                </a:gs>
                <a:gs pos="100000">
                  <a:srgbClr val="002060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CD3B735-E771-4F2B-90F0-2D43A6A69C09}"/>
              </a:ext>
            </a:extLst>
          </p:cNvPr>
          <p:cNvGrpSpPr/>
          <p:nvPr/>
        </p:nvGrpSpPr>
        <p:grpSpPr>
          <a:xfrm>
            <a:off x="100013" y="4844393"/>
            <a:ext cx="454025" cy="200055"/>
            <a:chOff x="100013" y="5570319"/>
            <a:chExt cx="454025" cy="200055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9EB765DA-9E51-FE94-3E06-F9E03BDFBEC0}"/>
                </a:ext>
              </a:extLst>
            </p:cNvPr>
            <p:cNvSpPr/>
            <p:nvPr/>
          </p:nvSpPr>
          <p:spPr>
            <a:xfrm>
              <a:off x="100013" y="5595144"/>
              <a:ext cx="392906" cy="149303"/>
            </a:xfrm>
            <a:prstGeom prst="roundRect">
              <a:avLst/>
            </a:prstGeom>
            <a:solidFill>
              <a:schemeClr val="tx1">
                <a:lumMod val="65000"/>
                <a:lumOff val="35000"/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05603E9-BA58-3CEB-0DBB-4E283B5E9A5A}"/>
                </a:ext>
              </a:extLst>
            </p:cNvPr>
            <p:cNvSpPr txBox="1"/>
            <p:nvPr/>
          </p:nvSpPr>
          <p:spPr>
            <a:xfrm>
              <a:off x="161925" y="5570319"/>
              <a:ext cx="39211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700" dirty="0">
                  <a:ln w="3175">
                    <a:noFill/>
                  </a:ln>
                  <a:solidFill>
                    <a:schemeClr val="bg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ADLaM Display" panose="020F0502020204030204" pitchFamily="2" charset="0"/>
                </a:rPr>
                <a:t>888</a:t>
              </a:r>
              <a:endParaRPr lang="zh-CN" altLang="en-US" sz="700" dirty="0">
                <a:ln w="3175">
                  <a:noFill/>
                </a:ln>
                <a:solidFill>
                  <a:schemeClr val="bg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ADLaM Display" panose="020F0502020204030204" pitchFamily="2" charset="0"/>
              </a:endParaRPr>
            </a:p>
          </p:txBody>
        </p:sp>
      </p:grpSp>
      <p:pic>
        <p:nvPicPr>
          <p:cNvPr id="23" name="图形 22">
            <a:extLst>
              <a:ext uri="{FF2B5EF4-FFF2-40B4-BE49-F238E27FC236}">
                <a16:creationId xmlns:a16="http://schemas.microsoft.com/office/drawing/2014/main" id="{E70B6F92-94E8-E165-0323-F4CB3CA315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453" y="5260857"/>
            <a:ext cx="169069" cy="169069"/>
          </a:xfrm>
          <a:prstGeom prst="rect">
            <a:avLst/>
          </a:prstGeom>
        </p:spPr>
      </p:pic>
      <p:pic>
        <p:nvPicPr>
          <p:cNvPr id="25" name="图形 24">
            <a:extLst>
              <a:ext uri="{FF2B5EF4-FFF2-40B4-BE49-F238E27FC236}">
                <a16:creationId xmlns:a16="http://schemas.microsoft.com/office/drawing/2014/main" id="{80FE6CF2-0067-0898-646F-A47EC8927C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453" y="5600161"/>
            <a:ext cx="169069" cy="169069"/>
          </a:xfrm>
          <a:prstGeom prst="rect">
            <a:avLst/>
          </a:prstGeom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91946DA3-DB4A-F194-68A6-AA093B40CA6A}"/>
              </a:ext>
            </a:extLst>
          </p:cNvPr>
          <p:cNvGrpSpPr/>
          <p:nvPr/>
        </p:nvGrpSpPr>
        <p:grpSpPr>
          <a:xfrm>
            <a:off x="-18258" y="735126"/>
            <a:ext cx="660400" cy="514364"/>
            <a:chOff x="-18258" y="625588"/>
            <a:chExt cx="660400" cy="514364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8593A96-275F-C803-7CD3-509CBFC58B1F}"/>
                </a:ext>
              </a:extLst>
            </p:cNvPr>
            <p:cNvSpPr txBox="1"/>
            <p:nvPr/>
          </p:nvSpPr>
          <p:spPr>
            <a:xfrm>
              <a:off x="-18258" y="878342"/>
              <a:ext cx="660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n w="3175">
                    <a:gradFill>
                      <a:gsLst>
                        <a:gs pos="3000">
                          <a:srgbClr val="FF0000"/>
                        </a:gs>
                        <a:gs pos="29000">
                          <a:srgbClr val="FFFF66"/>
                        </a:gs>
                        <a:gs pos="54000">
                          <a:srgbClr val="00FFFF"/>
                        </a:gs>
                        <a:gs pos="79000">
                          <a:srgbClr val="00B0F0"/>
                        </a:gs>
                        <a:gs pos="100000">
                          <a:srgbClr val="0070C0"/>
                        </a:gs>
                      </a:gsLst>
                      <a:lin ang="5400000" scaled="1"/>
                    </a:gradFill>
                  </a:ln>
                  <a:noFill/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POOM</a:t>
              </a:r>
              <a:endParaRPr lang="zh-CN" altLang="en-US" sz="1100" dirty="0">
                <a:ln w="3175">
                  <a:gradFill>
                    <a:gsLst>
                      <a:gs pos="3000">
                        <a:srgbClr val="FF0000"/>
                      </a:gs>
                      <a:gs pos="29000">
                        <a:srgbClr val="FFFF66"/>
                      </a:gs>
                      <a:gs pos="54000">
                        <a:srgbClr val="00FFFF"/>
                      </a:gs>
                      <a:gs pos="79000">
                        <a:srgbClr val="00B0F0"/>
                      </a:gs>
                      <a:gs pos="100000">
                        <a:srgbClr val="0070C0"/>
                      </a:gs>
                    </a:gsLst>
                    <a:lin ang="5400000" scaled="1"/>
                  </a:gradFill>
                </a:ln>
                <a:noFill/>
                <a:latin typeface="ADLaM Display" panose="020F0502020204030204" pitchFamily="2" charset="0"/>
                <a:cs typeface="ADLaM Display" panose="020F0502020204030204" pitchFamily="2" charset="0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4F7EFFAF-4ABB-0E37-8EC2-7A016039E555}"/>
                </a:ext>
              </a:extLst>
            </p:cNvPr>
            <p:cNvGrpSpPr/>
            <p:nvPr/>
          </p:nvGrpSpPr>
          <p:grpSpPr>
            <a:xfrm>
              <a:off x="144029" y="625588"/>
              <a:ext cx="273917" cy="240342"/>
              <a:chOff x="26121" y="566985"/>
              <a:chExt cx="470369" cy="412715"/>
            </a:xfrm>
            <a:gradFill flip="none" rotWithShape="1">
              <a:gsLst>
                <a:gs pos="76000">
                  <a:srgbClr val="005CE6"/>
                </a:gs>
                <a:gs pos="60000">
                  <a:srgbClr val="7AF5CA"/>
                </a:gs>
                <a:gs pos="48000">
                  <a:srgbClr val="FFFF73"/>
                </a:gs>
                <a:gs pos="28000">
                  <a:srgbClr val="FF5500"/>
                </a:gs>
                <a:gs pos="11000">
                  <a:srgbClr val="A80000"/>
                </a:gs>
                <a:gs pos="96000">
                  <a:srgbClr val="002673"/>
                </a:gs>
              </a:gsLst>
              <a:lin ang="2700000" scaled="1"/>
              <a:tileRect/>
            </a:gradFill>
            <a:effectLst>
              <a:outerShdw blurRad="63500" sx="102000" sy="102000" algn="ctr" rotWithShape="0">
                <a:srgbClr val="FFFFFF">
                  <a:alpha val="40000"/>
                </a:srgbClr>
              </a:outerShdw>
            </a:effectLst>
          </p:grpSpPr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F1DFD05E-B410-0EEA-1972-D927DE510AD0}"/>
                  </a:ext>
                </a:extLst>
              </p:cNvPr>
              <p:cNvSpPr/>
              <p:nvPr/>
            </p:nvSpPr>
            <p:spPr>
              <a:xfrm>
                <a:off x="207972" y="636124"/>
                <a:ext cx="1508" cy="83"/>
              </a:xfrm>
              <a:custGeom>
                <a:avLst/>
                <a:gdLst>
                  <a:gd name="csX0" fmla="*/ 943 w 1508"/>
                  <a:gd name="csY0" fmla="*/ 0 h 83"/>
                  <a:gd name="csX1" fmla="*/ 0 w 1508"/>
                  <a:gd name="csY1" fmla="*/ 0 h 83"/>
                  <a:gd name="csX2" fmla="*/ 1509 w 1508"/>
                  <a:gd name="csY2" fmla="*/ 0 h 83"/>
                  <a:gd name="csX3" fmla="*/ 943 w 1508"/>
                  <a:gd name="csY3" fmla="*/ 0 h 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08" h="83">
                    <a:moveTo>
                      <a:pt x="943" y="0"/>
                    </a:moveTo>
                    <a:lnTo>
                      <a:pt x="0" y="0"/>
                    </a:lnTo>
                    <a:lnTo>
                      <a:pt x="1509" y="0"/>
                    </a:lnTo>
                    <a:cubicBezTo>
                      <a:pt x="1320" y="187"/>
                      <a:pt x="1131" y="0"/>
                      <a:pt x="943" y="0"/>
                    </a:cubicBezTo>
                    <a:close/>
                  </a:path>
                </a:pathLst>
              </a:custGeom>
              <a:grpFill/>
              <a:ln w="45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27F1B6F8-01F3-5521-DC81-3C1743FFA7D1}"/>
                  </a:ext>
                </a:extLst>
              </p:cNvPr>
              <p:cNvSpPr/>
              <p:nvPr/>
            </p:nvSpPr>
            <p:spPr>
              <a:xfrm>
                <a:off x="26121" y="566985"/>
                <a:ext cx="470369" cy="412715"/>
              </a:xfrm>
              <a:custGeom>
                <a:avLst/>
                <a:gdLst>
                  <a:gd name="csX0" fmla="*/ 134569 w 470369"/>
                  <a:gd name="csY0" fmla="*/ 78664 h 412715"/>
                  <a:gd name="csX1" fmla="*/ 72040 w 470369"/>
                  <a:gd name="csY1" fmla="*/ 198426 h 412715"/>
                  <a:gd name="csX2" fmla="*/ 128207 w 470369"/>
                  <a:gd name="csY2" fmla="*/ 321978 h 412715"/>
                  <a:gd name="csX3" fmla="*/ 272708 w 470369"/>
                  <a:gd name="csY3" fmla="*/ 364039 h 412715"/>
                  <a:gd name="csX4" fmla="*/ 356991 w 470369"/>
                  <a:gd name="csY4" fmla="*/ 307402 h 412715"/>
                  <a:gd name="csX5" fmla="*/ 415463 w 470369"/>
                  <a:gd name="csY5" fmla="*/ 204785 h 412715"/>
                  <a:gd name="csX6" fmla="*/ 372448 w 470369"/>
                  <a:gd name="csY6" fmla="*/ 98186 h 412715"/>
                  <a:gd name="csX7" fmla="*/ 280890 w 470369"/>
                  <a:gd name="csY7" fmla="*/ 50344 h 412715"/>
                  <a:gd name="csX8" fmla="*/ 134569 w 470369"/>
                  <a:gd name="csY8" fmla="*/ 78664 h 412715"/>
                  <a:gd name="csX9" fmla="*/ 470369 w 470369"/>
                  <a:gd name="csY9" fmla="*/ 204785 h 412715"/>
                  <a:gd name="csX10" fmla="*/ 433228 w 470369"/>
                  <a:gd name="csY10" fmla="*/ 354473 h 412715"/>
                  <a:gd name="csX11" fmla="*/ 275087 w 470369"/>
                  <a:gd name="csY11" fmla="*/ 412715 h 412715"/>
                  <a:gd name="csX12" fmla="*/ 84773 w 470369"/>
                  <a:gd name="csY12" fmla="*/ 391074 h 412715"/>
                  <a:gd name="csX13" fmla="*/ 37909 w 470369"/>
                  <a:gd name="csY13" fmla="*/ 214866 h 412715"/>
                  <a:gd name="csX14" fmla="*/ 0 w 470369"/>
                  <a:gd name="csY14" fmla="*/ 206390 h 412715"/>
                  <a:gd name="csX15" fmla="*/ 36860 w 470369"/>
                  <a:gd name="csY15" fmla="*/ 192200 h 412715"/>
                  <a:gd name="csX16" fmla="*/ 106032 w 470369"/>
                  <a:gd name="csY16" fmla="*/ 29154 h 412715"/>
                  <a:gd name="csX17" fmla="*/ 288657 w 470369"/>
                  <a:gd name="csY17" fmla="*/ 0 h 412715"/>
                  <a:gd name="csX18" fmla="*/ 405111 w 470369"/>
                  <a:gd name="csY18" fmla="*/ 79884 h 412715"/>
                  <a:gd name="csX19" fmla="*/ 470369 w 470369"/>
                  <a:gd name="csY19" fmla="*/ 204785 h 4127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470369" h="412715">
                    <a:moveTo>
                      <a:pt x="134569" y="78664"/>
                    </a:moveTo>
                    <a:cubicBezTo>
                      <a:pt x="135410" y="81041"/>
                      <a:pt x="168632" y="172549"/>
                      <a:pt x="72040" y="198426"/>
                    </a:cubicBezTo>
                    <a:cubicBezTo>
                      <a:pt x="172201" y="216343"/>
                      <a:pt x="136809" y="313695"/>
                      <a:pt x="128207" y="321978"/>
                    </a:cubicBezTo>
                    <a:cubicBezTo>
                      <a:pt x="146670" y="314785"/>
                      <a:pt x="218362" y="259560"/>
                      <a:pt x="272708" y="364039"/>
                    </a:cubicBezTo>
                    <a:cubicBezTo>
                      <a:pt x="287956" y="281844"/>
                      <a:pt x="355310" y="306821"/>
                      <a:pt x="356991" y="307402"/>
                    </a:cubicBezTo>
                    <a:cubicBezTo>
                      <a:pt x="356219" y="305859"/>
                      <a:pt x="326493" y="246783"/>
                      <a:pt x="415463" y="204785"/>
                    </a:cubicBezTo>
                    <a:cubicBezTo>
                      <a:pt x="337545" y="190979"/>
                      <a:pt x="353422" y="111930"/>
                      <a:pt x="372448" y="98186"/>
                    </a:cubicBezTo>
                    <a:cubicBezTo>
                      <a:pt x="268650" y="129780"/>
                      <a:pt x="280890" y="50344"/>
                      <a:pt x="280890" y="50344"/>
                    </a:cubicBezTo>
                    <a:cubicBezTo>
                      <a:pt x="280890" y="50344"/>
                      <a:pt x="203044" y="182181"/>
                      <a:pt x="134569" y="78664"/>
                    </a:cubicBezTo>
                    <a:close/>
                    <a:moveTo>
                      <a:pt x="470369" y="204785"/>
                    </a:moveTo>
                    <a:cubicBezTo>
                      <a:pt x="470369" y="204785"/>
                      <a:pt x="329851" y="246269"/>
                      <a:pt x="433228" y="354473"/>
                    </a:cubicBezTo>
                    <a:cubicBezTo>
                      <a:pt x="280542" y="320760"/>
                      <a:pt x="275087" y="412715"/>
                      <a:pt x="275087" y="412715"/>
                    </a:cubicBezTo>
                    <a:cubicBezTo>
                      <a:pt x="275087" y="412715"/>
                      <a:pt x="213887" y="280430"/>
                      <a:pt x="84773" y="391074"/>
                    </a:cubicBezTo>
                    <a:cubicBezTo>
                      <a:pt x="132261" y="274971"/>
                      <a:pt x="78895" y="230857"/>
                      <a:pt x="37909" y="214866"/>
                    </a:cubicBezTo>
                    <a:cubicBezTo>
                      <a:pt x="18255" y="207159"/>
                      <a:pt x="0" y="206390"/>
                      <a:pt x="0" y="206390"/>
                    </a:cubicBezTo>
                    <a:cubicBezTo>
                      <a:pt x="0" y="206390"/>
                      <a:pt x="15525" y="203308"/>
                      <a:pt x="36860" y="192200"/>
                    </a:cubicBezTo>
                    <a:cubicBezTo>
                      <a:pt x="76306" y="171649"/>
                      <a:pt x="130164" y="125030"/>
                      <a:pt x="106032" y="29154"/>
                    </a:cubicBezTo>
                    <a:cubicBezTo>
                      <a:pt x="106032" y="29154"/>
                      <a:pt x="193953" y="153156"/>
                      <a:pt x="288657" y="0"/>
                    </a:cubicBezTo>
                    <a:cubicBezTo>
                      <a:pt x="295439" y="87397"/>
                      <a:pt x="349364" y="87783"/>
                      <a:pt x="405111" y="79884"/>
                    </a:cubicBezTo>
                    <a:cubicBezTo>
                      <a:pt x="331183" y="171392"/>
                      <a:pt x="470369" y="204785"/>
                      <a:pt x="470369" y="204785"/>
                    </a:cubicBezTo>
                    <a:close/>
                  </a:path>
                </a:pathLst>
              </a:custGeom>
              <a:grpFill/>
              <a:ln w="45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dirty="0"/>
              </a:p>
            </p:txBody>
          </p:sp>
        </p:grp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E11C2F5C-D2D2-BE7A-F4B3-A1A97937C4DB}"/>
              </a:ext>
            </a:extLst>
          </p:cNvPr>
          <p:cNvGrpSpPr/>
          <p:nvPr/>
        </p:nvGrpSpPr>
        <p:grpSpPr>
          <a:xfrm>
            <a:off x="-49213" y="1427143"/>
            <a:ext cx="660400" cy="365510"/>
            <a:chOff x="-49213" y="1752155"/>
            <a:chExt cx="660400" cy="365510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7253FC8-C530-7B96-3CDB-84CAA0413E21}"/>
                </a:ext>
              </a:extLst>
            </p:cNvPr>
            <p:cNvSpPr txBox="1"/>
            <p:nvPr/>
          </p:nvSpPr>
          <p:spPr>
            <a:xfrm>
              <a:off x="-49213" y="1932999"/>
              <a:ext cx="6604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" dirty="0">
                  <a:ln w="3175">
                    <a:noFill/>
                  </a:ln>
                  <a:solidFill>
                    <a:schemeClr val="bg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ADLaM Display" panose="020F0502020204030204" pitchFamily="2" charset="0"/>
                </a:rPr>
                <a:t>社区</a:t>
              </a:r>
            </a:p>
          </p:txBody>
        </p:sp>
        <p:pic>
          <p:nvPicPr>
            <p:cNvPr id="40" name="图形 39">
              <a:extLst>
                <a:ext uri="{FF2B5EF4-FFF2-40B4-BE49-F238E27FC236}">
                  <a16:creationId xmlns:a16="http://schemas.microsoft.com/office/drawing/2014/main" id="{97E7A2E4-A663-CC19-01DE-2F9002FE78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96453" y="1752155"/>
              <a:ext cx="169069" cy="169069"/>
            </a:xfrm>
            <a:prstGeom prst="rect">
              <a:avLst/>
            </a:prstGeom>
          </p:spPr>
        </p:pic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0CDD73B2-A228-5F38-E570-AE118F2CC508}"/>
              </a:ext>
            </a:extLst>
          </p:cNvPr>
          <p:cNvSpPr txBox="1"/>
          <p:nvPr/>
        </p:nvSpPr>
        <p:spPr>
          <a:xfrm>
            <a:off x="-49213" y="2169626"/>
            <a:ext cx="6604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" dirty="0">
                <a:ln w="3175">
                  <a:noFill/>
                </a:ln>
                <a:solidFill>
                  <a:schemeClr val="bg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ADLaM Display" panose="020F0502020204030204" pitchFamily="2" charset="0"/>
              </a:rPr>
              <a:t>资产</a:t>
            </a:r>
          </a:p>
        </p:txBody>
      </p:sp>
      <p:pic>
        <p:nvPicPr>
          <p:cNvPr id="54" name="图形 53">
            <a:extLst>
              <a:ext uri="{FF2B5EF4-FFF2-40B4-BE49-F238E27FC236}">
                <a16:creationId xmlns:a16="http://schemas.microsoft.com/office/drawing/2014/main" id="{B589EAA1-AF17-7AA0-3488-40079089F67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454" y="1988783"/>
            <a:ext cx="169069" cy="169069"/>
          </a:xfrm>
          <a:prstGeom prst="rect">
            <a:avLst/>
          </a:prstGeom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7D4A0BE6-7D8A-DC1D-F787-6C8C3DD5362D}"/>
              </a:ext>
            </a:extLst>
          </p:cNvPr>
          <p:cNvSpPr txBox="1"/>
          <p:nvPr/>
        </p:nvSpPr>
        <p:spPr>
          <a:xfrm>
            <a:off x="-49213" y="2731265"/>
            <a:ext cx="6604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" dirty="0">
                <a:ln w="3175">
                  <a:noFill/>
                </a:ln>
                <a:solidFill>
                  <a:schemeClr val="bg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ADLaM Display" panose="020F0502020204030204" pitchFamily="2" charset="0"/>
              </a:rPr>
              <a:t>生成</a:t>
            </a:r>
          </a:p>
        </p:txBody>
      </p:sp>
      <p:pic>
        <p:nvPicPr>
          <p:cNvPr id="52" name="图形 51">
            <a:extLst>
              <a:ext uri="{FF2B5EF4-FFF2-40B4-BE49-F238E27FC236}">
                <a16:creationId xmlns:a16="http://schemas.microsoft.com/office/drawing/2014/main" id="{B8F5EAB6-B336-C963-5A54-16F4390504E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6454" y="2550422"/>
            <a:ext cx="169069" cy="169069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7AE796CB-F1AE-7798-35F9-139CF11E89DF}"/>
              </a:ext>
            </a:extLst>
          </p:cNvPr>
          <p:cNvSpPr txBox="1"/>
          <p:nvPr/>
        </p:nvSpPr>
        <p:spPr>
          <a:xfrm>
            <a:off x="-49213" y="3292904"/>
            <a:ext cx="6604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" dirty="0">
                <a:ln w="3175">
                  <a:noFill/>
                </a:ln>
                <a:solidFill>
                  <a:schemeClr val="bg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ADLaM Display" panose="020F0502020204030204" pitchFamily="2" charset="0"/>
              </a:rPr>
              <a:t>工具</a:t>
            </a:r>
          </a:p>
        </p:txBody>
      </p:sp>
      <p:pic>
        <p:nvPicPr>
          <p:cNvPr id="56" name="图形 55">
            <a:extLst>
              <a:ext uri="{FF2B5EF4-FFF2-40B4-BE49-F238E27FC236}">
                <a16:creationId xmlns:a16="http://schemas.microsoft.com/office/drawing/2014/main" id="{B044350E-DF5C-DA3B-154A-79AB7C11CF3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6454" y="3112061"/>
            <a:ext cx="169069" cy="169069"/>
          </a:xfrm>
          <a:prstGeom prst="rect">
            <a:avLst/>
          </a:prstGeom>
        </p:spPr>
      </p:pic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9B660897-F27C-78FD-F4E1-38E3D53EFB7A}"/>
              </a:ext>
            </a:extLst>
          </p:cNvPr>
          <p:cNvSpPr/>
          <p:nvPr/>
        </p:nvSpPr>
        <p:spPr>
          <a:xfrm>
            <a:off x="135526" y="4895320"/>
            <a:ext cx="111919" cy="98201"/>
          </a:xfrm>
          <a:custGeom>
            <a:avLst/>
            <a:gdLst>
              <a:gd name="csX0" fmla="*/ 444134 w 759619"/>
              <a:gd name="csY0" fmla="*/ 114546 h 666510"/>
              <a:gd name="csX1" fmla="*/ 238205 w 759619"/>
              <a:gd name="csY1" fmla="*/ 154403 h 666510"/>
              <a:gd name="csX2" fmla="*/ 150203 w 759619"/>
              <a:gd name="csY2" fmla="*/ 322954 h 666510"/>
              <a:gd name="csX3" fmla="*/ 229251 w 759619"/>
              <a:gd name="csY3" fmla="*/ 496838 h 666510"/>
              <a:gd name="csX4" fmla="*/ 432619 w 759619"/>
              <a:gd name="csY4" fmla="*/ 556034 h 666510"/>
              <a:gd name="csX5" fmla="*/ 551237 w 759619"/>
              <a:gd name="csY5" fmla="*/ 476324 h 666510"/>
              <a:gd name="csX6" fmla="*/ 633529 w 759619"/>
              <a:gd name="csY6" fmla="*/ 331903 h 666510"/>
              <a:gd name="csX7" fmla="*/ 572991 w 759619"/>
              <a:gd name="csY7" fmla="*/ 181878 h 666510"/>
              <a:gd name="csX8" fmla="*/ 444134 w 759619"/>
              <a:gd name="csY8" fmla="*/ 114546 h 666510"/>
              <a:gd name="csX9" fmla="*/ 466165 w 759619"/>
              <a:gd name="csY9" fmla="*/ 0 h 666510"/>
              <a:gd name="csX10" fmla="*/ 654231 w 759619"/>
              <a:gd name="csY10" fmla="*/ 129008 h 666510"/>
              <a:gd name="csX11" fmla="*/ 759619 w 759619"/>
              <a:gd name="csY11" fmla="*/ 330716 h 666510"/>
              <a:gd name="csX12" fmla="*/ 699638 w 759619"/>
              <a:gd name="csY12" fmla="*/ 572453 h 666510"/>
              <a:gd name="csX13" fmla="*/ 444250 w 759619"/>
              <a:gd name="csY13" fmla="*/ 666510 h 666510"/>
              <a:gd name="csX14" fmla="*/ 136904 w 759619"/>
              <a:gd name="csY14" fmla="*/ 631561 h 666510"/>
              <a:gd name="csX15" fmla="*/ 61221 w 759619"/>
              <a:gd name="csY15" fmla="*/ 346996 h 666510"/>
              <a:gd name="csX16" fmla="*/ 0 w 759619"/>
              <a:gd name="csY16" fmla="*/ 333308 h 666510"/>
              <a:gd name="csX17" fmla="*/ 59527 w 759619"/>
              <a:gd name="csY17" fmla="*/ 310392 h 666510"/>
              <a:gd name="csX18" fmla="*/ 171236 w 759619"/>
              <a:gd name="csY18" fmla="*/ 47082 h 666510"/>
              <a:gd name="csX19" fmla="*/ 466165 w 759619"/>
              <a:gd name="csY19" fmla="*/ 0 h 6665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759619" h="666510">
                <a:moveTo>
                  <a:pt x="444134" y="114546"/>
                </a:moveTo>
                <a:cubicBezTo>
                  <a:pt x="444134" y="114546"/>
                  <a:pt x="334575" y="300091"/>
                  <a:pt x="238205" y="154403"/>
                </a:cubicBezTo>
                <a:cubicBezTo>
                  <a:pt x="239388" y="157749"/>
                  <a:pt x="286144" y="286535"/>
                  <a:pt x="150203" y="322954"/>
                </a:cubicBezTo>
                <a:cubicBezTo>
                  <a:pt x="291167" y="348170"/>
                  <a:pt x="241357" y="485181"/>
                  <a:pt x="229251" y="496838"/>
                </a:cubicBezTo>
                <a:cubicBezTo>
                  <a:pt x="255235" y="486715"/>
                  <a:pt x="356133" y="408992"/>
                  <a:pt x="432619" y="556034"/>
                </a:cubicBezTo>
                <a:cubicBezTo>
                  <a:pt x="454079" y="440354"/>
                  <a:pt x="548871" y="475506"/>
                  <a:pt x="551237" y="476324"/>
                </a:cubicBezTo>
                <a:cubicBezTo>
                  <a:pt x="550151" y="474152"/>
                  <a:pt x="508315" y="391010"/>
                  <a:pt x="633529" y="331903"/>
                </a:cubicBezTo>
                <a:cubicBezTo>
                  <a:pt x="523869" y="312473"/>
                  <a:pt x="546214" y="201221"/>
                  <a:pt x="572991" y="181878"/>
                </a:cubicBezTo>
                <a:cubicBezTo>
                  <a:pt x="426908" y="226343"/>
                  <a:pt x="444134" y="114546"/>
                  <a:pt x="444134" y="114546"/>
                </a:cubicBezTo>
                <a:close/>
                <a:moveTo>
                  <a:pt x="466165" y="0"/>
                </a:moveTo>
                <a:cubicBezTo>
                  <a:pt x="477117" y="141141"/>
                  <a:pt x="564203" y="141765"/>
                  <a:pt x="654231" y="129008"/>
                </a:cubicBezTo>
                <a:cubicBezTo>
                  <a:pt x="534842" y="276788"/>
                  <a:pt x="759619" y="330716"/>
                  <a:pt x="759619" y="330716"/>
                </a:cubicBezTo>
                <a:cubicBezTo>
                  <a:pt x="759619" y="330716"/>
                  <a:pt x="532691" y="397710"/>
                  <a:pt x="699638" y="572453"/>
                </a:cubicBezTo>
                <a:cubicBezTo>
                  <a:pt x="453059" y="518008"/>
                  <a:pt x="444250" y="666510"/>
                  <a:pt x="444250" y="666510"/>
                </a:cubicBezTo>
                <a:cubicBezTo>
                  <a:pt x="444250" y="666510"/>
                  <a:pt x="345415" y="452878"/>
                  <a:pt x="136904" y="631561"/>
                </a:cubicBezTo>
                <a:cubicBezTo>
                  <a:pt x="213594" y="444062"/>
                  <a:pt x="127411" y="372820"/>
                  <a:pt x="61221" y="346996"/>
                </a:cubicBezTo>
                <a:cubicBezTo>
                  <a:pt x="29481" y="334550"/>
                  <a:pt x="0" y="333308"/>
                  <a:pt x="0" y="333308"/>
                </a:cubicBezTo>
                <a:cubicBezTo>
                  <a:pt x="0" y="333308"/>
                  <a:pt x="25072" y="328330"/>
                  <a:pt x="59527" y="310392"/>
                </a:cubicBezTo>
                <a:cubicBezTo>
                  <a:pt x="123230" y="277203"/>
                  <a:pt x="210207" y="201916"/>
                  <a:pt x="171236" y="47082"/>
                </a:cubicBezTo>
                <a:cubicBezTo>
                  <a:pt x="171236" y="47082"/>
                  <a:pt x="313223" y="247338"/>
                  <a:pt x="466165" y="0"/>
                </a:cubicBezTo>
                <a:close/>
              </a:path>
            </a:pathLst>
          </a:custGeom>
          <a:gradFill flip="none" rotWithShape="1">
            <a:gsLst>
              <a:gs pos="76000">
                <a:srgbClr val="005CE6"/>
              </a:gs>
              <a:gs pos="60000">
                <a:srgbClr val="7AF5CA"/>
              </a:gs>
              <a:gs pos="48000">
                <a:srgbClr val="FFFF73"/>
              </a:gs>
              <a:gs pos="28000">
                <a:srgbClr val="FF5500"/>
              </a:gs>
              <a:gs pos="11000">
                <a:srgbClr val="A80000"/>
              </a:gs>
              <a:gs pos="96000">
                <a:srgbClr val="002673"/>
              </a:gs>
            </a:gsLst>
            <a:lin ang="2700000" scaled="1"/>
            <a:tileRect/>
          </a:gradFill>
          <a:ln w="456" cap="flat">
            <a:noFill/>
            <a:prstDash val="solid"/>
            <a:miter/>
          </a:ln>
          <a:effectLst/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74" name="图形 73">
            <a:extLst>
              <a:ext uri="{FF2B5EF4-FFF2-40B4-BE49-F238E27FC236}">
                <a16:creationId xmlns:a16="http://schemas.microsoft.com/office/drawing/2014/main" id="{C918D121-9416-539C-2E0E-F7B7AD9A98F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6454" y="5939464"/>
            <a:ext cx="169069" cy="169069"/>
          </a:xfrm>
          <a:prstGeom prst="rect">
            <a:avLst/>
          </a:prstGeom>
        </p:spPr>
      </p:pic>
      <p:sp>
        <p:nvSpPr>
          <p:cNvPr id="75" name="矩形 74">
            <a:extLst>
              <a:ext uri="{FF2B5EF4-FFF2-40B4-BE49-F238E27FC236}">
                <a16:creationId xmlns:a16="http://schemas.microsoft.com/office/drawing/2014/main" id="{E0D12702-5585-A617-239F-B2BAA8A3E52C}"/>
              </a:ext>
            </a:extLst>
          </p:cNvPr>
          <p:cNvSpPr/>
          <p:nvPr/>
        </p:nvSpPr>
        <p:spPr>
          <a:xfrm>
            <a:off x="561976" y="525688"/>
            <a:ext cx="1762124" cy="5806623"/>
          </a:xfrm>
          <a:prstGeom prst="rect">
            <a:avLst/>
          </a:prstGeom>
          <a:solidFill>
            <a:srgbClr val="111214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8" name="图形 77">
            <a:extLst>
              <a:ext uri="{FF2B5EF4-FFF2-40B4-BE49-F238E27FC236}">
                <a16:creationId xmlns:a16="http://schemas.microsoft.com/office/drawing/2014/main" id="{A03F74C4-7D28-3983-E387-7F601C18D8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08188" y="770763"/>
            <a:ext cx="169069" cy="169069"/>
          </a:xfrm>
          <a:prstGeom prst="rect">
            <a:avLst/>
          </a:prstGeom>
        </p:spPr>
      </p:pic>
      <p:sp>
        <p:nvSpPr>
          <p:cNvPr id="79" name="文本框 78">
            <a:extLst>
              <a:ext uri="{FF2B5EF4-FFF2-40B4-BE49-F238E27FC236}">
                <a16:creationId xmlns:a16="http://schemas.microsoft.com/office/drawing/2014/main" id="{28F29CC8-70E6-2C25-86A5-0EF0A865E4CD}"/>
              </a:ext>
            </a:extLst>
          </p:cNvPr>
          <p:cNvSpPr txBox="1"/>
          <p:nvPr/>
        </p:nvSpPr>
        <p:spPr>
          <a:xfrm>
            <a:off x="649827" y="747575"/>
            <a:ext cx="1155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ln w="3175">
                  <a:noFill/>
                </a:ln>
                <a:solidFill>
                  <a:schemeClr val="bg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ADLaM Display" panose="020F0502020204030204" pitchFamily="2" charset="0"/>
              </a:rPr>
              <a:t>开始你的创作</a:t>
            </a:r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7FDCDFC1-9EE2-BB6D-5939-50ADD75DB070}"/>
              </a:ext>
            </a:extLst>
          </p:cNvPr>
          <p:cNvGrpSpPr/>
          <p:nvPr/>
        </p:nvGrpSpPr>
        <p:grpSpPr>
          <a:xfrm>
            <a:off x="691355" y="1177074"/>
            <a:ext cx="1506539" cy="215444"/>
            <a:chOff x="691355" y="1177074"/>
            <a:chExt cx="1506539" cy="215444"/>
          </a:xfrm>
        </p:grpSpPr>
        <p:sp>
          <p:nvSpPr>
            <p:cNvPr id="80" name="矩形: 圆角 79">
              <a:extLst>
                <a:ext uri="{FF2B5EF4-FFF2-40B4-BE49-F238E27FC236}">
                  <a16:creationId xmlns:a16="http://schemas.microsoft.com/office/drawing/2014/main" id="{D272F6D5-C382-71EF-07A7-429AA8AB91E2}"/>
                </a:ext>
              </a:extLst>
            </p:cNvPr>
            <p:cNvSpPr/>
            <p:nvPr/>
          </p:nvSpPr>
          <p:spPr>
            <a:xfrm>
              <a:off x="691355" y="1177126"/>
              <a:ext cx="1506539" cy="21534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  <a:alpha val="12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38242C41-C2A3-9623-06E5-04DEB07362AD}"/>
                </a:ext>
              </a:extLst>
            </p:cNvPr>
            <p:cNvSpPr txBox="1"/>
            <p:nvPr/>
          </p:nvSpPr>
          <p:spPr>
            <a:xfrm>
              <a:off x="901701" y="1177074"/>
              <a:ext cx="6235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n w="3175">
                    <a:noFill/>
                  </a:ln>
                  <a:solidFill>
                    <a:schemeClr val="bg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ADLaM Display" panose="020F0502020204030204" pitchFamily="2" charset="0"/>
                </a:rPr>
                <a:t>新建对话</a:t>
              </a:r>
            </a:p>
          </p:txBody>
        </p:sp>
        <p:pic>
          <p:nvPicPr>
            <p:cNvPr id="83" name="图形 82">
              <a:extLst>
                <a:ext uri="{FF2B5EF4-FFF2-40B4-BE49-F238E27FC236}">
                  <a16:creationId xmlns:a16="http://schemas.microsoft.com/office/drawing/2014/main" id="{0B630864-F881-6571-077C-ABB2ABD0B3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5751" y="1216821"/>
              <a:ext cx="135950" cy="135950"/>
            </a:xfrm>
            <a:prstGeom prst="rect">
              <a:avLst/>
            </a:prstGeom>
          </p:spPr>
        </p:pic>
      </p:grpSp>
      <p:sp>
        <p:nvSpPr>
          <p:cNvPr id="87" name="文本框 86">
            <a:extLst>
              <a:ext uri="{FF2B5EF4-FFF2-40B4-BE49-F238E27FC236}">
                <a16:creationId xmlns:a16="http://schemas.microsoft.com/office/drawing/2014/main" id="{B05AC64B-2B05-7BDB-12B2-E84B9982389E}"/>
              </a:ext>
            </a:extLst>
          </p:cNvPr>
          <p:cNvSpPr txBox="1"/>
          <p:nvPr/>
        </p:nvSpPr>
        <p:spPr>
          <a:xfrm>
            <a:off x="901701" y="1457185"/>
            <a:ext cx="6235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n w="3175">
                  <a:noFill/>
                </a:ln>
                <a:solidFill>
                  <a:schemeClr val="bg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ADLaM Display" panose="020F0502020204030204" pitchFamily="2" charset="0"/>
              </a:rPr>
              <a:t>搜索</a:t>
            </a:r>
          </a:p>
        </p:txBody>
      </p:sp>
      <p:pic>
        <p:nvPicPr>
          <p:cNvPr id="94" name="图形 93">
            <a:extLst>
              <a:ext uri="{FF2B5EF4-FFF2-40B4-BE49-F238E27FC236}">
                <a16:creationId xmlns:a16="http://schemas.microsoft.com/office/drawing/2014/main" id="{3207CB64-90A2-43E6-640A-3F261FA1EF0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5751" y="1496932"/>
            <a:ext cx="135950" cy="135950"/>
          </a:xfrm>
          <a:prstGeom prst="rect">
            <a:avLst/>
          </a:prstGeom>
        </p:spPr>
      </p:pic>
      <p:sp>
        <p:nvSpPr>
          <p:cNvPr id="95" name="文本框 94">
            <a:extLst>
              <a:ext uri="{FF2B5EF4-FFF2-40B4-BE49-F238E27FC236}">
                <a16:creationId xmlns:a16="http://schemas.microsoft.com/office/drawing/2014/main" id="{1340E55F-D19E-4F7F-3AB0-EE5FCC2CBFBB}"/>
              </a:ext>
            </a:extLst>
          </p:cNvPr>
          <p:cNvSpPr txBox="1"/>
          <p:nvPr/>
        </p:nvSpPr>
        <p:spPr>
          <a:xfrm>
            <a:off x="649827" y="1881061"/>
            <a:ext cx="1155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n w="3175">
                  <a:noFill/>
                </a:ln>
                <a:solidFill>
                  <a:schemeClr val="bg1">
                    <a:alpha val="41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ADLaM Display" panose="020F0502020204030204" pitchFamily="2" charset="0"/>
              </a:rPr>
              <a:t>最近对话</a:t>
            </a: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019476F5-FD88-469D-2116-0948111AE90B}"/>
              </a:ext>
            </a:extLst>
          </p:cNvPr>
          <p:cNvGrpSpPr/>
          <p:nvPr/>
        </p:nvGrpSpPr>
        <p:grpSpPr>
          <a:xfrm>
            <a:off x="691355" y="2154237"/>
            <a:ext cx="1506539" cy="215444"/>
            <a:chOff x="691355" y="1177074"/>
            <a:chExt cx="1506539" cy="215444"/>
          </a:xfrm>
        </p:grpSpPr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BB7B5FC1-E2CB-D5DE-729F-ECECB751A7AB}"/>
                </a:ext>
              </a:extLst>
            </p:cNvPr>
            <p:cNvSpPr/>
            <p:nvPr/>
          </p:nvSpPr>
          <p:spPr>
            <a:xfrm>
              <a:off x="691355" y="1177126"/>
              <a:ext cx="1506539" cy="21534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  <a:alpha val="12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B83649C5-FB05-535B-5296-1504B347D621}"/>
                </a:ext>
              </a:extLst>
            </p:cNvPr>
            <p:cNvSpPr txBox="1"/>
            <p:nvPr/>
          </p:nvSpPr>
          <p:spPr>
            <a:xfrm>
              <a:off x="758428" y="1177074"/>
              <a:ext cx="9822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n w="3175">
                    <a:noFill/>
                  </a:ln>
                  <a:solidFill>
                    <a:schemeClr val="bg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ADLaM Display" panose="020F0502020204030204" pitchFamily="2" charset="0"/>
                </a:rPr>
                <a:t>生成一只小猫咪</a:t>
              </a:r>
            </a:p>
          </p:txBody>
        </p:sp>
      </p:grpSp>
      <p:sp>
        <p:nvSpPr>
          <p:cNvPr id="114" name="文本框 113">
            <a:extLst>
              <a:ext uri="{FF2B5EF4-FFF2-40B4-BE49-F238E27FC236}">
                <a16:creationId xmlns:a16="http://schemas.microsoft.com/office/drawing/2014/main" id="{636B7F95-B62C-F8A4-351F-D66B782BBA04}"/>
              </a:ext>
            </a:extLst>
          </p:cNvPr>
          <p:cNvSpPr txBox="1"/>
          <p:nvPr/>
        </p:nvSpPr>
        <p:spPr>
          <a:xfrm>
            <a:off x="758428" y="2419512"/>
            <a:ext cx="13227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n w="3175">
                  <a:noFill/>
                </a:ln>
                <a:solidFill>
                  <a:schemeClr val="bg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ADLaM Display" panose="020F0502020204030204" pitchFamily="2" charset="0"/>
              </a:rPr>
              <a:t>帮我生成一个米老鼠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395E4CD3-9612-5E96-D952-A93A8648F6CB}"/>
              </a:ext>
            </a:extLst>
          </p:cNvPr>
          <p:cNvSpPr txBox="1"/>
          <p:nvPr/>
        </p:nvSpPr>
        <p:spPr>
          <a:xfrm>
            <a:off x="758428" y="2684787"/>
            <a:ext cx="12497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n w="3175">
                  <a:noFill/>
                </a:ln>
                <a:solidFill>
                  <a:schemeClr val="bg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ADLaM Display" panose="020F0502020204030204" pitchFamily="2" charset="0"/>
              </a:rPr>
              <a:t>绘制一个地球在浩瀚</a:t>
            </a:r>
            <a:r>
              <a:rPr lang="en-US" altLang="zh-CN" sz="800" dirty="0">
                <a:ln w="3175">
                  <a:noFill/>
                </a:ln>
                <a:solidFill>
                  <a:schemeClr val="bg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ADLaM Display" panose="020F0502020204030204" pitchFamily="2" charset="0"/>
              </a:rPr>
              <a:t>…</a:t>
            </a:r>
            <a:endParaRPr lang="zh-CN" altLang="en-US" sz="800" dirty="0">
              <a:ln w="3175">
                <a:noFill/>
              </a:ln>
              <a:solidFill>
                <a:schemeClr val="bg1"/>
              </a:solidFill>
              <a:latin typeface="思源黑体 CN" panose="020B0500000000000000" pitchFamily="34" charset="-122"/>
              <a:ea typeface="思源黑体 CN" panose="020B0500000000000000" pitchFamily="34" charset="-122"/>
              <a:cs typeface="ADLaM Display" panose="020F0502020204030204" pitchFamily="2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30DD951B-5B79-9D36-ADCA-378CD755D2BC}"/>
              </a:ext>
            </a:extLst>
          </p:cNvPr>
          <p:cNvSpPr txBox="1"/>
          <p:nvPr/>
        </p:nvSpPr>
        <p:spPr>
          <a:xfrm>
            <a:off x="758428" y="2950062"/>
            <a:ext cx="12497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n w="3175">
                  <a:noFill/>
                </a:ln>
                <a:solidFill>
                  <a:schemeClr val="bg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ADLaM Display" panose="020F0502020204030204" pitchFamily="2" charset="0"/>
              </a:rPr>
              <a:t>生成一个产品的</a:t>
            </a:r>
            <a:r>
              <a:rPr lang="en-US" altLang="zh-CN" sz="800" dirty="0">
                <a:ln w="3175">
                  <a:noFill/>
                </a:ln>
                <a:solidFill>
                  <a:schemeClr val="bg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ADLaM Display" panose="020F0502020204030204" pitchFamily="2" charset="0"/>
              </a:rPr>
              <a:t>3D</a:t>
            </a:r>
            <a:r>
              <a:rPr lang="zh-CN" altLang="en-US" sz="800" dirty="0">
                <a:ln w="3175">
                  <a:noFill/>
                </a:ln>
                <a:solidFill>
                  <a:schemeClr val="bg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ADLaM Display" panose="020F0502020204030204" pitchFamily="2" charset="0"/>
              </a:rPr>
              <a:t>渲</a:t>
            </a:r>
            <a:r>
              <a:rPr lang="en-US" altLang="zh-CN" sz="800" dirty="0">
                <a:ln w="3175">
                  <a:noFill/>
                </a:ln>
                <a:solidFill>
                  <a:schemeClr val="bg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ADLaM Display" panose="020F0502020204030204" pitchFamily="2" charset="0"/>
              </a:rPr>
              <a:t>…</a:t>
            </a:r>
            <a:endParaRPr lang="zh-CN" altLang="en-US" sz="800" dirty="0">
              <a:ln w="3175">
                <a:noFill/>
              </a:ln>
              <a:solidFill>
                <a:schemeClr val="bg1"/>
              </a:solidFill>
              <a:latin typeface="思源黑体 CN" panose="020B0500000000000000" pitchFamily="34" charset="-122"/>
              <a:ea typeface="思源黑体 CN" panose="020B0500000000000000" pitchFamily="34" charset="-122"/>
              <a:cs typeface="ADLaM Display" panose="020F0502020204030204" pitchFamily="2" charset="0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ADDE0142-F848-2A0B-A031-2DE5C96307B6}"/>
              </a:ext>
            </a:extLst>
          </p:cNvPr>
          <p:cNvSpPr txBox="1"/>
          <p:nvPr/>
        </p:nvSpPr>
        <p:spPr>
          <a:xfrm>
            <a:off x="758428" y="3215337"/>
            <a:ext cx="12497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n w="3175">
                  <a:noFill/>
                </a:ln>
                <a:solidFill>
                  <a:schemeClr val="bg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ADLaM Display" panose="020F0502020204030204" pitchFamily="2" charset="0"/>
              </a:rPr>
              <a:t>生成一个胖狗狗</a:t>
            </a:r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E7FA871A-3A42-6366-2844-A46B59F5A4D0}"/>
              </a:ext>
            </a:extLst>
          </p:cNvPr>
          <p:cNvSpPr/>
          <p:nvPr/>
        </p:nvSpPr>
        <p:spPr>
          <a:xfrm>
            <a:off x="4145356" y="5083719"/>
            <a:ext cx="5696745" cy="797399"/>
          </a:xfrm>
          <a:prstGeom prst="roundRect">
            <a:avLst>
              <a:gd name="adj" fmla="val 11776"/>
            </a:avLst>
          </a:prstGeom>
          <a:gradFill>
            <a:gsLst>
              <a:gs pos="100000">
                <a:srgbClr val="8D8D8D">
                  <a:alpha val="19000"/>
                </a:srgbClr>
              </a:gs>
              <a:gs pos="0">
                <a:schemeClr val="tx1">
                  <a:lumMod val="75000"/>
                  <a:lumOff val="25000"/>
                  <a:alpha val="30000"/>
                </a:schemeClr>
              </a:gs>
            </a:gsLst>
            <a:lin ang="2700000" scaled="1"/>
          </a:gradFill>
          <a:ln w="6350"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2700000" scaled="1"/>
              <a:tileRect/>
            </a:gradFill>
          </a:ln>
          <a:effectLst>
            <a:outerShdw blurRad="241300" dist="101600" dir="5400000" algn="t" rotWithShape="0">
              <a:srgbClr val="535659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2B040C97-EBB6-3E44-70A8-F283B3388BDB}"/>
              </a:ext>
            </a:extLst>
          </p:cNvPr>
          <p:cNvSpPr/>
          <p:nvPr/>
        </p:nvSpPr>
        <p:spPr>
          <a:xfrm>
            <a:off x="-209550" y="6332311"/>
            <a:ext cx="13508831" cy="601888"/>
          </a:xfrm>
          <a:prstGeom prst="rect">
            <a:avLst/>
          </a:prstGeom>
          <a:solidFill>
            <a:srgbClr val="5356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8A8C63F0-A030-D909-08AE-33ED7EA88F49}"/>
              </a:ext>
            </a:extLst>
          </p:cNvPr>
          <p:cNvGrpSpPr/>
          <p:nvPr/>
        </p:nvGrpSpPr>
        <p:grpSpPr>
          <a:xfrm>
            <a:off x="9432607" y="5531003"/>
            <a:ext cx="252412" cy="252412"/>
            <a:chOff x="9432607" y="5531003"/>
            <a:chExt cx="252412" cy="252412"/>
          </a:xfrm>
        </p:grpSpPr>
        <p:sp>
          <p:nvSpPr>
            <p:cNvPr id="143" name="椭圆 142">
              <a:extLst>
                <a:ext uri="{FF2B5EF4-FFF2-40B4-BE49-F238E27FC236}">
                  <a16:creationId xmlns:a16="http://schemas.microsoft.com/office/drawing/2014/main" id="{548FC47B-16A6-E7DF-763A-ABAD2501E33A}"/>
                </a:ext>
              </a:extLst>
            </p:cNvPr>
            <p:cNvSpPr/>
            <p:nvPr/>
          </p:nvSpPr>
          <p:spPr>
            <a:xfrm>
              <a:off x="9432607" y="5531003"/>
              <a:ext cx="252412" cy="252412"/>
            </a:xfrm>
            <a:prstGeom prst="ellipse">
              <a:avLst/>
            </a:prstGeom>
            <a:solidFill>
              <a:schemeClr val="bg1">
                <a:lumMod val="95000"/>
                <a:alpha val="42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4546AF6B-0D44-DFEF-114B-44AE68C344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8813" y="5585209"/>
              <a:ext cx="0" cy="144000"/>
            </a:xfrm>
            <a:prstGeom prst="line">
              <a:avLst/>
            </a:prstGeom>
            <a:ln w="15875" cap="rnd">
              <a:solidFill>
                <a:schemeClr val="bg1"/>
              </a:solidFill>
              <a:round/>
              <a:tailEnd type="arrow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文本框 147">
            <a:extLst>
              <a:ext uri="{FF2B5EF4-FFF2-40B4-BE49-F238E27FC236}">
                <a16:creationId xmlns:a16="http://schemas.microsoft.com/office/drawing/2014/main" id="{D9AE7152-5631-A2EF-63AD-42C11C29ED8D}"/>
              </a:ext>
            </a:extLst>
          </p:cNvPr>
          <p:cNvSpPr txBox="1"/>
          <p:nvPr/>
        </p:nvSpPr>
        <p:spPr>
          <a:xfrm>
            <a:off x="4183854" y="5174508"/>
            <a:ext cx="24264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n w="3175">
                  <a:noFill/>
                </a:ln>
                <a:solidFill>
                  <a:schemeClr val="bg1">
                    <a:alpha val="36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ADLaM Display" panose="020F0502020204030204" pitchFamily="2" charset="0"/>
              </a:rPr>
              <a:t>描述你向生成的图片，也可以上传参考</a:t>
            </a:r>
          </a:p>
        </p:txBody>
      </p:sp>
      <p:sp>
        <p:nvSpPr>
          <p:cNvPr id="136" name="矩形: 圆角 135">
            <a:extLst>
              <a:ext uri="{FF2B5EF4-FFF2-40B4-BE49-F238E27FC236}">
                <a16:creationId xmlns:a16="http://schemas.microsoft.com/office/drawing/2014/main" id="{805243C2-B166-B9FB-DC39-137740B350C9}"/>
              </a:ext>
            </a:extLst>
          </p:cNvPr>
          <p:cNvSpPr/>
          <p:nvPr/>
        </p:nvSpPr>
        <p:spPr>
          <a:xfrm>
            <a:off x="4641053" y="5608509"/>
            <a:ext cx="522685" cy="169069"/>
          </a:xfrm>
          <a:prstGeom prst="roundRect">
            <a:avLst>
              <a:gd name="adj" fmla="val 14320"/>
            </a:avLst>
          </a:prstGeom>
          <a:solidFill>
            <a:schemeClr val="bg1">
              <a:alpha val="8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08000" algn="ctr"/>
            <a:r>
              <a:rPr lang="zh-CN" altLang="en-US" sz="800" dirty="0">
                <a:ln w="3175">
                  <a:noFill/>
                </a:ln>
                <a:solidFill>
                  <a:schemeClr val="bg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ADLaM Display" panose="020F0502020204030204" pitchFamily="2" charset="0"/>
              </a:rPr>
              <a:t>模型</a:t>
            </a:r>
          </a:p>
        </p:txBody>
      </p:sp>
      <p:pic>
        <p:nvPicPr>
          <p:cNvPr id="150" name="图形 149">
            <a:extLst>
              <a:ext uri="{FF2B5EF4-FFF2-40B4-BE49-F238E27FC236}">
                <a16:creationId xmlns:a16="http://schemas.microsoft.com/office/drawing/2014/main" id="{792ABFED-1D6F-AB46-40A5-68E764539E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82252" y="5635862"/>
            <a:ext cx="114363" cy="114363"/>
          </a:xfrm>
          <a:prstGeom prst="rect">
            <a:avLst/>
          </a:prstGeom>
        </p:spPr>
      </p:pic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A4C45DAA-E047-8300-842E-5D20EAA0D8E3}"/>
              </a:ext>
            </a:extLst>
          </p:cNvPr>
          <p:cNvGrpSpPr/>
          <p:nvPr/>
        </p:nvGrpSpPr>
        <p:grpSpPr>
          <a:xfrm>
            <a:off x="5333840" y="5608509"/>
            <a:ext cx="522685" cy="169069"/>
            <a:chOff x="4993875" y="5608509"/>
            <a:chExt cx="522685" cy="169069"/>
          </a:xfrm>
        </p:grpSpPr>
        <p:sp>
          <p:nvSpPr>
            <p:cNvPr id="140" name="矩形: 圆角 139">
              <a:extLst>
                <a:ext uri="{FF2B5EF4-FFF2-40B4-BE49-F238E27FC236}">
                  <a16:creationId xmlns:a16="http://schemas.microsoft.com/office/drawing/2014/main" id="{8CC76312-4378-F2D1-CC39-4B92BCF053C0}"/>
                </a:ext>
              </a:extLst>
            </p:cNvPr>
            <p:cNvSpPr/>
            <p:nvPr/>
          </p:nvSpPr>
          <p:spPr>
            <a:xfrm>
              <a:off x="4993875" y="5608509"/>
              <a:ext cx="522685" cy="169069"/>
            </a:xfrm>
            <a:prstGeom prst="roundRect">
              <a:avLst>
                <a:gd name="adj" fmla="val 14320"/>
              </a:avLst>
            </a:prstGeom>
            <a:solidFill>
              <a:schemeClr val="bg1">
                <a:alpha val="8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108000" algn="ctr"/>
              <a:r>
                <a:rPr lang="zh-CN" altLang="en-US" sz="800" dirty="0">
                  <a:ln w="3175">
                    <a:noFill/>
                  </a:ln>
                  <a:solidFill>
                    <a:schemeClr val="bg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ADLaM Display" panose="020F0502020204030204" pitchFamily="2" charset="0"/>
                </a:rPr>
                <a:t>比例</a:t>
              </a:r>
            </a:p>
          </p:txBody>
        </p:sp>
        <p:pic>
          <p:nvPicPr>
            <p:cNvPr id="155" name="图形 154">
              <a:extLst>
                <a:ext uri="{FF2B5EF4-FFF2-40B4-BE49-F238E27FC236}">
                  <a16:creationId xmlns:a16="http://schemas.microsoft.com/office/drawing/2014/main" id="{B14818AF-CA64-1798-A908-DD497494869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051347" y="5635863"/>
              <a:ext cx="114363" cy="114363"/>
            </a:xfrm>
            <a:prstGeom prst="rect">
              <a:avLst/>
            </a:prstGeom>
          </p:spPr>
        </p:pic>
      </p:grp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C3F95FCF-305B-A972-E1D8-D62F51E1AE6D}"/>
              </a:ext>
            </a:extLst>
          </p:cNvPr>
          <p:cNvGrpSpPr/>
          <p:nvPr/>
        </p:nvGrpSpPr>
        <p:grpSpPr>
          <a:xfrm>
            <a:off x="6026627" y="5608509"/>
            <a:ext cx="621345" cy="169069"/>
            <a:chOff x="5746748" y="5608509"/>
            <a:chExt cx="621345" cy="169069"/>
          </a:xfrm>
        </p:grpSpPr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70F501BE-85C0-9464-226F-C8AD54A78713}"/>
                </a:ext>
              </a:extLst>
            </p:cNvPr>
            <p:cNvSpPr/>
            <p:nvPr/>
          </p:nvSpPr>
          <p:spPr>
            <a:xfrm>
              <a:off x="5746748" y="5608509"/>
              <a:ext cx="621345" cy="169069"/>
            </a:xfrm>
            <a:prstGeom prst="roundRect">
              <a:avLst>
                <a:gd name="adj" fmla="val 14320"/>
              </a:avLst>
            </a:prstGeom>
            <a:solidFill>
              <a:schemeClr val="bg1">
                <a:alpha val="8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108000" algn="ctr"/>
              <a:r>
                <a:rPr lang="zh-CN" altLang="en-US" sz="800" dirty="0">
                  <a:ln w="3175">
                    <a:noFill/>
                  </a:ln>
                  <a:solidFill>
                    <a:schemeClr val="bg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ADLaM Display" panose="020F0502020204030204" pitchFamily="2" charset="0"/>
                </a:rPr>
                <a:t>清晰度</a:t>
              </a:r>
            </a:p>
          </p:txBody>
        </p:sp>
        <p:pic>
          <p:nvPicPr>
            <p:cNvPr id="157" name="图形 156">
              <a:extLst>
                <a:ext uri="{FF2B5EF4-FFF2-40B4-BE49-F238E27FC236}">
                  <a16:creationId xmlns:a16="http://schemas.microsoft.com/office/drawing/2014/main" id="{15D44B1C-BF14-13C2-EDEF-0EEE1C7C6A0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796678" y="5635862"/>
              <a:ext cx="114363" cy="114363"/>
            </a:xfrm>
            <a:prstGeom prst="rect">
              <a:avLst/>
            </a:prstGeom>
          </p:spPr>
        </p:pic>
      </p:grp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795732EC-D67F-8E29-0772-C60454EE3A6B}"/>
              </a:ext>
            </a:extLst>
          </p:cNvPr>
          <p:cNvGrpSpPr/>
          <p:nvPr/>
        </p:nvGrpSpPr>
        <p:grpSpPr>
          <a:xfrm>
            <a:off x="6818073" y="5608509"/>
            <a:ext cx="522685" cy="169069"/>
            <a:chOff x="6611539" y="5608509"/>
            <a:chExt cx="522685" cy="169069"/>
          </a:xfrm>
        </p:grpSpPr>
        <p:sp>
          <p:nvSpPr>
            <p:cNvPr id="142" name="矩形: 圆角 141">
              <a:extLst>
                <a:ext uri="{FF2B5EF4-FFF2-40B4-BE49-F238E27FC236}">
                  <a16:creationId xmlns:a16="http://schemas.microsoft.com/office/drawing/2014/main" id="{2CC3B9B8-0631-92FF-46A7-6CA4EA5E3341}"/>
                </a:ext>
              </a:extLst>
            </p:cNvPr>
            <p:cNvSpPr/>
            <p:nvPr/>
          </p:nvSpPr>
          <p:spPr>
            <a:xfrm>
              <a:off x="6611539" y="5608509"/>
              <a:ext cx="522685" cy="169069"/>
            </a:xfrm>
            <a:prstGeom prst="roundRect">
              <a:avLst>
                <a:gd name="adj" fmla="val 14320"/>
              </a:avLst>
            </a:prstGeom>
            <a:solidFill>
              <a:schemeClr val="bg1">
                <a:alpha val="8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108000" algn="ctr"/>
              <a:r>
                <a:rPr lang="zh-CN" altLang="en-US" sz="800" dirty="0">
                  <a:ln w="3175">
                    <a:noFill/>
                  </a:ln>
                  <a:solidFill>
                    <a:schemeClr val="bg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ADLaM Display" panose="020F0502020204030204" pitchFamily="2" charset="0"/>
                </a:rPr>
                <a:t>数量</a:t>
              </a:r>
            </a:p>
          </p:txBody>
        </p:sp>
        <p:pic>
          <p:nvPicPr>
            <p:cNvPr id="159" name="图形 158">
              <a:extLst>
                <a:ext uri="{FF2B5EF4-FFF2-40B4-BE49-F238E27FC236}">
                  <a16:creationId xmlns:a16="http://schemas.microsoft.com/office/drawing/2014/main" id="{C9862DFF-4364-855F-DC25-0EF3BE001D6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656815" y="5635863"/>
              <a:ext cx="114363" cy="114363"/>
            </a:xfrm>
            <a:prstGeom prst="rect">
              <a:avLst/>
            </a:prstGeom>
          </p:spPr>
        </p:pic>
      </p:grp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6143388B-1FC7-5766-04BD-B38F69AF3D8D}"/>
              </a:ext>
            </a:extLst>
          </p:cNvPr>
          <p:cNvGrpSpPr/>
          <p:nvPr/>
        </p:nvGrpSpPr>
        <p:grpSpPr>
          <a:xfrm>
            <a:off x="4273452" y="5608509"/>
            <a:ext cx="183801" cy="169069"/>
            <a:chOff x="4273452" y="5608509"/>
            <a:chExt cx="183801" cy="169069"/>
          </a:xfrm>
        </p:grpSpPr>
        <p:sp>
          <p:nvSpPr>
            <p:cNvPr id="165" name="矩形: 圆角 164">
              <a:extLst>
                <a:ext uri="{FF2B5EF4-FFF2-40B4-BE49-F238E27FC236}">
                  <a16:creationId xmlns:a16="http://schemas.microsoft.com/office/drawing/2014/main" id="{25C60E87-12E5-4E1B-993E-45BC27B1AB45}"/>
                </a:ext>
              </a:extLst>
            </p:cNvPr>
            <p:cNvSpPr/>
            <p:nvPr/>
          </p:nvSpPr>
          <p:spPr>
            <a:xfrm>
              <a:off x="4273452" y="5608509"/>
              <a:ext cx="183801" cy="169069"/>
            </a:xfrm>
            <a:prstGeom prst="roundRect">
              <a:avLst>
                <a:gd name="adj" fmla="val 14320"/>
              </a:avLst>
            </a:prstGeom>
            <a:solidFill>
              <a:schemeClr val="bg1">
                <a:lumMod val="95000"/>
                <a:alpha val="42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69" name="组合 168">
              <a:extLst>
                <a:ext uri="{FF2B5EF4-FFF2-40B4-BE49-F238E27FC236}">
                  <a16:creationId xmlns:a16="http://schemas.microsoft.com/office/drawing/2014/main" id="{0E829B9E-345C-BF83-BF56-FCB424E557A2}"/>
                </a:ext>
              </a:extLst>
            </p:cNvPr>
            <p:cNvGrpSpPr/>
            <p:nvPr/>
          </p:nvGrpSpPr>
          <p:grpSpPr>
            <a:xfrm>
              <a:off x="4308094" y="5635785"/>
              <a:ext cx="114516" cy="114516"/>
              <a:chOff x="4183854" y="5787936"/>
              <a:chExt cx="183359" cy="183359"/>
            </a:xfrm>
          </p:grpSpPr>
          <p:cxnSp>
            <p:nvCxnSpPr>
              <p:cNvPr id="167" name="直接连接符 166">
                <a:extLst>
                  <a:ext uri="{FF2B5EF4-FFF2-40B4-BE49-F238E27FC236}">
                    <a16:creationId xmlns:a16="http://schemas.microsoft.com/office/drawing/2014/main" id="{795368AE-FE22-61C8-EE7D-19B2D90846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83854" y="5879616"/>
                <a:ext cx="183359" cy="0"/>
              </a:xfrm>
              <a:prstGeom prst="line">
                <a:avLst/>
              </a:prstGeom>
              <a:ln cap="rnd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>
                <a:extLst>
                  <a:ext uri="{FF2B5EF4-FFF2-40B4-BE49-F238E27FC236}">
                    <a16:creationId xmlns:a16="http://schemas.microsoft.com/office/drawing/2014/main" id="{57172AB0-173E-1CAF-A71D-F350AF42A99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183854" y="5879616"/>
                <a:ext cx="183359" cy="0"/>
              </a:xfrm>
              <a:prstGeom prst="line">
                <a:avLst/>
              </a:prstGeom>
              <a:ln cap="rnd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5A1D1F11-698A-9AF8-1FEC-ECD728089BE8}"/>
              </a:ext>
            </a:extLst>
          </p:cNvPr>
          <p:cNvGrpSpPr/>
          <p:nvPr/>
        </p:nvGrpSpPr>
        <p:grpSpPr>
          <a:xfrm>
            <a:off x="4266197" y="2000079"/>
            <a:ext cx="1007687" cy="215444"/>
            <a:chOff x="4148694" y="2099216"/>
            <a:chExt cx="1007687" cy="215444"/>
          </a:xfrm>
        </p:grpSpPr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C067C7D3-C44F-0C22-9706-ABFDB7A24C74}"/>
                </a:ext>
              </a:extLst>
            </p:cNvPr>
            <p:cNvGrpSpPr/>
            <p:nvPr/>
          </p:nvGrpSpPr>
          <p:grpSpPr>
            <a:xfrm>
              <a:off x="4148694" y="2126937"/>
              <a:ext cx="182354" cy="160002"/>
              <a:chOff x="26121" y="566985"/>
              <a:chExt cx="470369" cy="412715"/>
            </a:xfrm>
            <a:solidFill>
              <a:schemeClr val="bg1">
                <a:lumMod val="85000"/>
              </a:schemeClr>
            </a:solidFill>
            <a:effectLst/>
          </p:grpSpPr>
          <p:sp>
            <p:nvSpPr>
              <p:cNvPr id="175" name="任意多边形: 形状 174">
                <a:extLst>
                  <a:ext uri="{FF2B5EF4-FFF2-40B4-BE49-F238E27FC236}">
                    <a16:creationId xmlns:a16="http://schemas.microsoft.com/office/drawing/2014/main" id="{19E90856-F695-0885-BA5A-2BA0821A6A50}"/>
                  </a:ext>
                </a:extLst>
              </p:cNvPr>
              <p:cNvSpPr/>
              <p:nvPr/>
            </p:nvSpPr>
            <p:spPr>
              <a:xfrm>
                <a:off x="207972" y="636124"/>
                <a:ext cx="1508" cy="83"/>
              </a:xfrm>
              <a:custGeom>
                <a:avLst/>
                <a:gdLst>
                  <a:gd name="csX0" fmla="*/ 943 w 1508"/>
                  <a:gd name="csY0" fmla="*/ 0 h 83"/>
                  <a:gd name="csX1" fmla="*/ 0 w 1508"/>
                  <a:gd name="csY1" fmla="*/ 0 h 83"/>
                  <a:gd name="csX2" fmla="*/ 1509 w 1508"/>
                  <a:gd name="csY2" fmla="*/ 0 h 83"/>
                  <a:gd name="csX3" fmla="*/ 943 w 1508"/>
                  <a:gd name="csY3" fmla="*/ 0 h 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08" h="83">
                    <a:moveTo>
                      <a:pt x="943" y="0"/>
                    </a:moveTo>
                    <a:lnTo>
                      <a:pt x="0" y="0"/>
                    </a:lnTo>
                    <a:lnTo>
                      <a:pt x="1509" y="0"/>
                    </a:lnTo>
                    <a:cubicBezTo>
                      <a:pt x="1320" y="187"/>
                      <a:pt x="1131" y="0"/>
                      <a:pt x="943" y="0"/>
                    </a:cubicBezTo>
                    <a:close/>
                  </a:path>
                </a:pathLst>
              </a:custGeom>
              <a:grpFill/>
              <a:ln w="45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" name="任意多边形: 形状 175">
                <a:extLst>
                  <a:ext uri="{FF2B5EF4-FFF2-40B4-BE49-F238E27FC236}">
                    <a16:creationId xmlns:a16="http://schemas.microsoft.com/office/drawing/2014/main" id="{A7292DD9-8206-F71B-C4F9-EBC1C788D4A9}"/>
                  </a:ext>
                </a:extLst>
              </p:cNvPr>
              <p:cNvSpPr/>
              <p:nvPr/>
            </p:nvSpPr>
            <p:spPr>
              <a:xfrm>
                <a:off x="26121" y="566985"/>
                <a:ext cx="470369" cy="412715"/>
              </a:xfrm>
              <a:custGeom>
                <a:avLst/>
                <a:gdLst>
                  <a:gd name="csX0" fmla="*/ 134569 w 470369"/>
                  <a:gd name="csY0" fmla="*/ 78664 h 412715"/>
                  <a:gd name="csX1" fmla="*/ 72040 w 470369"/>
                  <a:gd name="csY1" fmla="*/ 198426 h 412715"/>
                  <a:gd name="csX2" fmla="*/ 128207 w 470369"/>
                  <a:gd name="csY2" fmla="*/ 321978 h 412715"/>
                  <a:gd name="csX3" fmla="*/ 272708 w 470369"/>
                  <a:gd name="csY3" fmla="*/ 364039 h 412715"/>
                  <a:gd name="csX4" fmla="*/ 356991 w 470369"/>
                  <a:gd name="csY4" fmla="*/ 307402 h 412715"/>
                  <a:gd name="csX5" fmla="*/ 415463 w 470369"/>
                  <a:gd name="csY5" fmla="*/ 204785 h 412715"/>
                  <a:gd name="csX6" fmla="*/ 372448 w 470369"/>
                  <a:gd name="csY6" fmla="*/ 98186 h 412715"/>
                  <a:gd name="csX7" fmla="*/ 280890 w 470369"/>
                  <a:gd name="csY7" fmla="*/ 50344 h 412715"/>
                  <a:gd name="csX8" fmla="*/ 134569 w 470369"/>
                  <a:gd name="csY8" fmla="*/ 78664 h 412715"/>
                  <a:gd name="csX9" fmla="*/ 470369 w 470369"/>
                  <a:gd name="csY9" fmla="*/ 204785 h 412715"/>
                  <a:gd name="csX10" fmla="*/ 433228 w 470369"/>
                  <a:gd name="csY10" fmla="*/ 354473 h 412715"/>
                  <a:gd name="csX11" fmla="*/ 275087 w 470369"/>
                  <a:gd name="csY11" fmla="*/ 412715 h 412715"/>
                  <a:gd name="csX12" fmla="*/ 84773 w 470369"/>
                  <a:gd name="csY12" fmla="*/ 391074 h 412715"/>
                  <a:gd name="csX13" fmla="*/ 37909 w 470369"/>
                  <a:gd name="csY13" fmla="*/ 214866 h 412715"/>
                  <a:gd name="csX14" fmla="*/ 0 w 470369"/>
                  <a:gd name="csY14" fmla="*/ 206390 h 412715"/>
                  <a:gd name="csX15" fmla="*/ 36860 w 470369"/>
                  <a:gd name="csY15" fmla="*/ 192200 h 412715"/>
                  <a:gd name="csX16" fmla="*/ 106032 w 470369"/>
                  <a:gd name="csY16" fmla="*/ 29154 h 412715"/>
                  <a:gd name="csX17" fmla="*/ 288657 w 470369"/>
                  <a:gd name="csY17" fmla="*/ 0 h 412715"/>
                  <a:gd name="csX18" fmla="*/ 405111 w 470369"/>
                  <a:gd name="csY18" fmla="*/ 79884 h 412715"/>
                  <a:gd name="csX19" fmla="*/ 470369 w 470369"/>
                  <a:gd name="csY19" fmla="*/ 204785 h 4127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470369" h="412715">
                    <a:moveTo>
                      <a:pt x="134569" y="78664"/>
                    </a:moveTo>
                    <a:cubicBezTo>
                      <a:pt x="135410" y="81041"/>
                      <a:pt x="168632" y="172549"/>
                      <a:pt x="72040" y="198426"/>
                    </a:cubicBezTo>
                    <a:cubicBezTo>
                      <a:pt x="172201" y="216343"/>
                      <a:pt x="136809" y="313695"/>
                      <a:pt x="128207" y="321978"/>
                    </a:cubicBezTo>
                    <a:cubicBezTo>
                      <a:pt x="146670" y="314785"/>
                      <a:pt x="218362" y="259560"/>
                      <a:pt x="272708" y="364039"/>
                    </a:cubicBezTo>
                    <a:cubicBezTo>
                      <a:pt x="287956" y="281844"/>
                      <a:pt x="355310" y="306821"/>
                      <a:pt x="356991" y="307402"/>
                    </a:cubicBezTo>
                    <a:cubicBezTo>
                      <a:pt x="356219" y="305859"/>
                      <a:pt x="326493" y="246783"/>
                      <a:pt x="415463" y="204785"/>
                    </a:cubicBezTo>
                    <a:cubicBezTo>
                      <a:pt x="337545" y="190979"/>
                      <a:pt x="353422" y="111930"/>
                      <a:pt x="372448" y="98186"/>
                    </a:cubicBezTo>
                    <a:cubicBezTo>
                      <a:pt x="268650" y="129780"/>
                      <a:pt x="280890" y="50344"/>
                      <a:pt x="280890" y="50344"/>
                    </a:cubicBezTo>
                    <a:cubicBezTo>
                      <a:pt x="280890" y="50344"/>
                      <a:pt x="203044" y="182181"/>
                      <a:pt x="134569" y="78664"/>
                    </a:cubicBezTo>
                    <a:close/>
                    <a:moveTo>
                      <a:pt x="470369" y="204785"/>
                    </a:moveTo>
                    <a:cubicBezTo>
                      <a:pt x="470369" y="204785"/>
                      <a:pt x="329851" y="246269"/>
                      <a:pt x="433228" y="354473"/>
                    </a:cubicBezTo>
                    <a:cubicBezTo>
                      <a:pt x="280542" y="320760"/>
                      <a:pt x="275087" y="412715"/>
                      <a:pt x="275087" y="412715"/>
                    </a:cubicBezTo>
                    <a:cubicBezTo>
                      <a:pt x="275087" y="412715"/>
                      <a:pt x="213887" y="280430"/>
                      <a:pt x="84773" y="391074"/>
                    </a:cubicBezTo>
                    <a:cubicBezTo>
                      <a:pt x="132261" y="274971"/>
                      <a:pt x="78895" y="230857"/>
                      <a:pt x="37909" y="214866"/>
                    </a:cubicBezTo>
                    <a:cubicBezTo>
                      <a:pt x="18255" y="207159"/>
                      <a:pt x="0" y="206390"/>
                      <a:pt x="0" y="206390"/>
                    </a:cubicBezTo>
                    <a:cubicBezTo>
                      <a:pt x="0" y="206390"/>
                      <a:pt x="15525" y="203308"/>
                      <a:pt x="36860" y="192200"/>
                    </a:cubicBezTo>
                    <a:cubicBezTo>
                      <a:pt x="76306" y="171649"/>
                      <a:pt x="130164" y="125030"/>
                      <a:pt x="106032" y="29154"/>
                    </a:cubicBezTo>
                    <a:cubicBezTo>
                      <a:pt x="106032" y="29154"/>
                      <a:pt x="193953" y="153156"/>
                      <a:pt x="288657" y="0"/>
                    </a:cubicBezTo>
                    <a:cubicBezTo>
                      <a:pt x="295439" y="87397"/>
                      <a:pt x="349364" y="87783"/>
                      <a:pt x="405111" y="79884"/>
                    </a:cubicBezTo>
                    <a:cubicBezTo>
                      <a:pt x="331183" y="171392"/>
                      <a:pt x="470369" y="204785"/>
                      <a:pt x="470369" y="204785"/>
                    </a:cubicBezTo>
                    <a:close/>
                  </a:path>
                </a:pathLst>
              </a:custGeom>
              <a:grpFill/>
              <a:ln w="45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dirty="0"/>
              </a:p>
            </p:txBody>
          </p:sp>
        </p:grp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D007F5EB-4439-0CFD-3E17-0E79DA971581}"/>
                </a:ext>
              </a:extLst>
            </p:cNvPr>
            <p:cNvSpPr txBox="1"/>
            <p:nvPr/>
          </p:nvSpPr>
          <p:spPr>
            <a:xfrm>
              <a:off x="4331048" y="2099216"/>
              <a:ext cx="8253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n w="3175">
                    <a:noFill/>
                  </a:ln>
                  <a:solidFill>
                    <a:schemeClr val="bg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ADLaM Display" panose="020F0502020204030204" pitchFamily="2" charset="0"/>
                </a:rPr>
                <a:t>Poom Image</a:t>
              </a:r>
              <a:endParaRPr lang="zh-CN" altLang="en-US" sz="800" dirty="0">
                <a:ln w="3175">
                  <a:noFill/>
                </a:ln>
                <a:solidFill>
                  <a:schemeClr val="bg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ADLaM Display" panose="020F0502020204030204" pitchFamily="2" charset="0"/>
              </a:endParaRPr>
            </a:p>
          </p:txBody>
        </p:sp>
      </p:grpSp>
      <p:grpSp>
        <p:nvGrpSpPr>
          <p:cNvPr id="188" name="组合 187">
            <a:extLst>
              <a:ext uri="{FF2B5EF4-FFF2-40B4-BE49-F238E27FC236}">
                <a16:creationId xmlns:a16="http://schemas.microsoft.com/office/drawing/2014/main" id="{AB26CB20-A30A-710E-5BBE-14E5CF45CAFC}"/>
              </a:ext>
            </a:extLst>
          </p:cNvPr>
          <p:cNvGrpSpPr/>
          <p:nvPr/>
        </p:nvGrpSpPr>
        <p:grpSpPr>
          <a:xfrm>
            <a:off x="6977712" y="1326559"/>
            <a:ext cx="2864389" cy="412565"/>
            <a:chOff x="6977712" y="1457185"/>
            <a:chExt cx="2864389" cy="412565"/>
          </a:xfrm>
        </p:grpSpPr>
        <p:sp>
          <p:nvSpPr>
            <p:cNvPr id="186" name="矩形: 圆角 185">
              <a:extLst>
                <a:ext uri="{FF2B5EF4-FFF2-40B4-BE49-F238E27FC236}">
                  <a16:creationId xmlns:a16="http://schemas.microsoft.com/office/drawing/2014/main" id="{D1FEF181-C2C7-B2C8-4A28-024C2850B05A}"/>
                </a:ext>
              </a:extLst>
            </p:cNvPr>
            <p:cNvSpPr/>
            <p:nvPr/>
          </p:nvSpPr>
          <p:spPr>
            <a:xfrm>
              <a:off x="6977712" y="1457185"/>
              <a:ext cx="2864389" cy="41256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  <a:alpha val="12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7" name="文本框 186">
              <a:extLst>
                <a:ext uri="{FF2B5EF4-FFF2-40B4-BE49-F238E27FC236}">
                  <a16:creationId xmlns:a16="http://schemas.microsoft.com/office/drawing/2014/main" id="{6FC5626E-7FDD-B0B4-6811-827937174495}"/>
                </a:ext>
              </a:extLst>
            </p:cNvPr>
            <p:cNvSpPr txBox="1"/>
            <p:nvPr/>
          </p:nvSpPr>
          <p:spPr>
            <a:xfrm>
              <a:off x="7196658" y="1475788"/>
              <a:ext cx="2426496" cy="375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800" dirty="0">
                  <a:ln w="3175">
                    <a:noFill/>
                  </a:ln>
                  <a:solidFill>
                    <a:schemeClr val="bg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ADLaM Display" panose="020F0502020204030204" pitchFamily="2" charset="0"/>
                </a:rPr>
                <a:t>生成一只黑色的小猫在和白色的小猫一起躺在窝里睡觉晒太阳</a:t>
              </a:r>
            </a:p>
          </p:txBody>
        </p:sp>
      </p:grpSp>
      <p:pic>
        <p:nvPicPr>
          <p:cNvPr id="194" name="图片 193">
            <a:extLst>
              <a:ext uri="{FF2B5EF4-FFF2-40B4-BE49-F238E27FC236}">
                <a16:creationId xmlns:a16="http://schemas.microsoft.com/office/drawing/2014/main" id="{DCBEEF2F-D65F-AC65-2FBA-9E60E619A2C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83855" y="2318197"/>
            <a:ext cx="2070896" cy="2070896"/>
          </a:xfrm>
          <a:prstGeom prst="roundRect">
            <a:avLst>
              <a:gd name="adj" fmla="val 4194"/>
            </a:avLst>
          </a:prstGeom>
        </p:spPr>
      </p:pic>
      <p:grpSp>
        <p:nvGrpSpPr>
          <p:cNvPr id="195" name="组合 194">
            <a:extLst>
              <a:ext uri="{FF2B5EF4-FFF2-40B4-BE49-F238E27FC236}">
                <a16:creationId xmlns:a16="http://schemas.microsoft.com/office/drawing/2014/main" id="{8A007B2C-D54A-552B-1E7F-00D89DAC6213}"/>
              </a:ext>
            </a:extLst>
          </p:cNvPr>
          <p:cNvGrpSpPr/>
          <p:nvPr/>
        </p:nvGrpSpPr>
        <p:grpSpPr>
          <a:xfrm>
            <a:off x="11087710" y="757822"/>
            <a:ext cx="854361" cy="215444"/>
            <a:chOff x="9950449" y="757822"/>
            <a:chExt cx="854361" cy="215444"/>
          </a:xfrm>
        </p:grpSpPr>
        <p:sp>
          <p:nvSpPr>
            <p:cNvPr id="196" name="矩形: 圆角 195">
              <a:extLst>
                <a:ext uri="{FF2B5EF4-FFF2-40B4-BE49-F238E27FC236}">
                  <a16:creationId xmlns:a16="http://schemas.microsoft.com/office/drawing/2014/main" id="{4CB3B1BD-91A6-D427-CAD8-827A1091F0DE}"/>
                </a:ext>
              </a:extLst>
            </p:cNvPr>
            <p:cNvSpPr/>
            <p:nvPr/>
          </p:nvSpPr>
          <p:spPr>
            <a:xfrm>
              <a:off x="9950449" y="757874"/>
              <a:ext cx="803965" cy="215340"/>
            </a:xfrm>
            <a:prstGeom prst="roundRect">
              <a:avLst>
                <a:gd name="adj" fmla="val 17563"/>
              </a:avLst>
            </a:prstGeom>
            <a:solidFill>
              <a:schemeClr val="bg1">
                <a:lumMod val="95000"/>
                <a:alpha val="12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62469A97-B9F6-E028-A10A-D3AF27D145B6}"/>
                </a:ext>
              </a:extLst>
            </p:cNvPr>
            <p:cNvSpPr txBox="1"/>
            <p:nvPr/>
          </p:nvSpPr>
          <p:spPr>
            <a:xfrm>
              <a:off x="10132725" y="757822"/>
              <a:ext cx="67208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n w="3175">
                    <a:noFill/>
                  </a:ln>
                  <a:solidFill>
                    <a:schemeClr val="bg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ADLaM Display" panose="020F0502020204030204" pitchFamily="2" charset="0"/>
                </a:rPr>
                <a:t>历史对话</a:t>
              </a:r>
            </a:p>
          </p:txBody>
        </p:sp>
        <p:pic>
          <p:nvPicPr>
            <p:cNvPr id="198" name="图形 197">
              <a:extLst>
                <a:ext uri="{FF2B5EF4-FFF2-40B4-BE49-F238E27FC236}">
                  <a16:creationId xmlns:a16="http://schemas.microsoft.com/office/drawing/2014/main" id="{C64B9511-6165-DC9E-ED0C-CBEFD700883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018206" y="797569"/>
              <a:ext cx="135950" cy="135950"/>
            </a:xfrm>
            <a:prstGeom prst="rect">
              <a:avLst/>
            </a:prstGeom>
          </p:spPr>
        </p:pic>
      </p:grpSp>
      <p:grpSp>
        <p:nvGrpSpPr>
          <p:cNvPr id="209" name="组合 208">
            <a:extLst>
              <a:ext uri="{FF2B5EF4-FFF2-40B4-BE49-F238E27FC236}">
                <a16:creationId xmlns:a16="http://schemas.microsoft.com/office/drawing/2014/main" id="{8850D505-20A3-CB86-DF39-AD7CB51BBBFD}"/>
              </a:ext>
            </a:extLst>
          </p:cNvPr>
          <p:cNvGrpSpPr/>
          <p:nvPr/>
        </p:nvGrpSpPr>
        <p:grpSpPr>
          <a:xfrm>
            <a:off x="10227102" y="757822"/>
            <a:ext cx="713765" cy="215444"/>
            <a:chOff x="10061391" y="757822"/>
            <a:chExt cx="713765" cy="215444"/>
          </a:xfrm>
        </p:grpSpPr>
        <p:sp>
          <p:nvSpPr>
            <p:cNvPr id="204" name="矩形: 圆角 203">
              <a:extLst>
                <a:ext uri="{FF2B5EF4-FFF2-40B4-BE49-F238E27FC236}">
                  <a16:creationId xmlns:a16="http://schemas.microsoft.com/office/drawing/2014/main" id="{A62F5E46-2EB7-802E-D8D7-CFA7E0E481C0}"/>
                </a:ext>
              </a:extLst>
            </p:cNvPr>
            <p:cNvSpPr/>
            <p:nvPr/>
          </p:nvSpPr>
          <p:spPr>
            <a:xfrm>
              <a:off x="10061391" y="757874"/>
              <a:ext cx="713765" cy="215340"/>
            </a:xfrm>
            <a:prstGeom prst="roundRect">
              <a:avLst>
                <a:gd name="adj" fmla="val 17563"/>
              </a:avLst>
            </a:prstGeom>
            <a:solidFill>
              <a:schemeClr val="bg1">
                <a:lumMod val="95000"/>
                <a:alpha val="12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5" name="文本框 204">
              <a:extLst>
                <a:ext uri="{FF2B5EF4-FFF2-40B4-BE49-F238E27FC236}">
                  <a16:creationId xmlns:a16="http://schemas.microsoft.com/office/drawing/2014/main" id="{E7E3BD17-5591-D9D9-A95A-49526F63430F}"/>
                </a:ext>
              </a:extLst>
            </p:cNvPr>
            <p:cNvSpPr txBox="1"/>
            <p:nvPr/>
          </p:nvSpPr>
          <p:spPr>
            <a:xfrm>
              <a:off x="10243667" y="757822"/>
              <a:ext cx="53148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n w="3175">
                    <a:noFill/>
                  </a:ln>
                  <a:solidFill>
                    <a:schemeClr val="bg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ADLaM Display" panose="020F0502020204030204" pitchFamily="2" charset="0"/>
                </a:rPr>
                <a:t>收藏库</a:t>
              </a:r>
            </a:p>
          </p:txBody>
        </p:sp>
        <p:pic>
          <p:nvPicPr>
            <p:cNvPr id="208" name="图形 207">
              <a:extLst>
                <a:ext uri="{FF2B5EF4-FFF2-40B4-BE49-F238E27FC236}">
                  <a16:creationId xmlns:a16="http://schemas.microsoft.com/office/drawing/2014/main" id="{349280F9-9B02-1EC1-3314-CBD588C787E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129148" y="797569"/>
              <a:ext cx="135950" cy="135950"/>
            </a:xfrm>
            <a:prstGeom prst="rect">
              <a:avLst/>
            </a:prstGeom>
          </p:spPr>
        </p:pic>
      </p:grpSp>
      <p:grpSp>
        <p:nvGrpSpPr>
          <p:cNvPr id="210" name="组合 209">
            <a:extLst>
              <a:ext uri="{FF2B5EF4-FFF2-40B4-BE49-F238E27FC236}">
                <a16:creationId xmlns:a16="http://schemas.microsoft.com/office/drawing/2014/main" id="{4E286608-CA42-CAE7-3E63-A391DA41A19F}"/>
              </a:ext>
            </a:extLst>
          </p:cNvPr>
          <p:cNvGrpSpPr/>
          <p:nvPr/>
        </p:nvGrpSpPr>
        <p:grpSpPr>
          <a:xfrm>
            <a:off x="5024481" y="4510786"/>
            <a:ext cx="713765" cy="215444"/>
            <a:chOff x="10061391" y="757822"/>
            <a:chExt cx="713765" cy="215444"/>
          </a:xfrm>
        </p:grpSpPr>
        <p:sp>
          <p:nvSpPr>
            <p:cNvPr id="211" name="矩形: 圆角 210">
              <a:extLst>
                <a:ext uri="{FF2B5EF4-FFF2-40B4-BE49-F238E27FC236}">
                  <a16:creationId xmlns:a16="http://schemas.microsoft.com/office/drawing/2014/main" id="{0D9DA482-3324-E74A-9BED-66FF6ACE1334}"/>
                </a:ext>
              </a:extLst>
            </p:cNvPr>
            <p:cNvSpPr/>
            <p:nvPr/>
          </p:nvSpPr>
          <p:spPr>
            <a:xfrm>
              <a:off x="10061391" y="757874"/>
              <a:ext cx="713765" cy="215340"/>
            </a:xfrm>
            <a:prstGeom prst="roundRect">
              <a:avLst>
                <a:gd name="adj" fmla="val 17563"/>
              </a:avLst>
            </a:prstGeom>
            <a:solidFill>
              <a:schemeClr val="bg1">
                <a:lumMod val="95000"/>
                <a:alpha val="12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C64ECD34-2A51-82BE-11C2-5783C97C5F46}"/>
                </a:ext>
              </a:extLst>
            </p:cNvPr>
            <p:cNvSpPr txBox="1"/>
            <p:nvPr/>
          </p:nvSpPr>
          <p:spPr>
            <a:xfrm>
              <a:off x="10061391" y="757822"/>
              <a:ext cx="7137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n w="3175">
                    <a:noFill/>
                  </a:ln>
                  <a:solidFill>
                    <a:schemeClr val="bg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ADLaM Display" panose="020F0502020204030204" pitchFamily="2" charset="0"/>
                </a:rPr>
                <a:t>比例     </a:t>
              </a:r>
              <a:r>
                <a:rPr lang="en-US" altLang="zh-CN" sz="800" dirty="0">
                  <a:ln w="3175">
                    <a:noFill/>
                  </a:ln>
                  <a:solidFill>
                    <a:schemeClr val="bg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ADLaM Display" panose="020F0502020204030204" pitchFamily="2" charset="0"/>
                </a:rPr>
                <a:t>1:1</a:t>
              </a:r>
              <a:endParaRPr lang="zh-CN" altLang="en-US" sz="800" dirty="0">
                <a:ln w="3175">
                  <a:noFill/>
                </a:ln>
                <a:solidFill>
                  <a:schemeClr val="bg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ADLaM Display" panose="020F0502020204030204" pitchFamily="2" charset="0"/>
              </a:endParaRPr>
            </a:p>
          </p:txBody>
        </p:sp>
      </p:grpSp>
      <p:grpSp>
        <p:nvGrpSpPr>
          <p:cNvPr id="230" name="组合 229">
            <a:extLst>
              <a:ext uri="{FF2B5EF4-FFF2-40B4-BE49-F238E27FC236}">
                <a16:creationId xmlns:a16="http://schemas.microsoft.com/office/drawing/2014/main" id="{FF729390-8F57-AEA0-D289-1D4D60FB912C}"/>
              </a:ext>
            </a:extLst>
          </p:cNvPr>
          <p:cNvGrpSpPr/>
          <p:nvPr/>
        </p:nvGrpSpPr>
        <p:grpSpPr>
          <a:xfrm>
            <a:off x="5860332" y="4510786"/>
            <a:ext cx="771059" cy="215444"/>
            <a:chOff x="10061391" y="757822"/>
            <a:chExt cx="771059" cy="215444"/>
          </a:xfrm>
        </p:grpSpPr>
        <p:sp>
          <p:nvSpPr>
            <p:cNvPr id="231" name="矩形: 圆角 230">
              <a:extLst>
                <a:ext uri="{FF2B5EF4-FFF2-40B4-BE49-F238E27FC236}">
                  <a16:creationId xmlns:a16="http://schemas.microsoft.com/office/drawing/2014/main" id="{C5ED78A8-8149-A598-E94F-E385BA55A73D}"/>
                </a:ext>
              </a:extLst>
            </p:cNvPr>
            <p:cNvSpPr/>
            <p:nvPr/>
          </p:nvSpPr>
          <p:spPr>
            <a:xfrm>
              <a:off x="10061391" y="757874"/>
              <a:ext cx="771059" cy="215340"/>
            </a:xfrm>
            <a:prstGeom prst="roundRect">
              <a:avLst>
                <a:gd name="adj" fmla="val 17563"/>
              </a:avLst>
            </a:prstGeom>
            <a:solidFill>
              <a:schemeClr val="bg1">
                <a:lumMod val="95000"/>
                <a:alpha val="12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762891A6-8564-B769-7CD5-D6869D6147AE}"/>
                </a:ext>
              </a:extLst>
            </p:cNvPr>
            <p:cNvSpPr txBox="1"/>
            <p:nvPr/>
          </p:nvSpPr>
          <p:spPr>
            <a:xfrm>
              <a:off x="10061391" y="757822"/>
              <a:ext cx="74248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n w="3175">
                    <a:noFill/>
                  </a:ln>
                  <a:solidFill>
                    <a:schemeClr val="bg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ADLaM Display" panose="020F0502020204030204" pitchFamily="2" charset="0"/>
                </a:rPr>
                <a:t>清晰度     </a:t>
              </a:r>
              <a:r>
                <a:rPr lang="en-US" altLang="zh-CN" sz="800" dirty="0">
                  <a:ln w="3175">
                    <a:noFill/>
                  </a:ln>
                  <a:solidFill>
                    <a:schemeClr val="bg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ADLaM Display" panose="020F0502020204030204" pitchFamily="2" charset="0"/>
                </a:rPr>
                <a:t>4K</a:t>
              </a:r>
              <a:endParaRPr lang="zh-CN" altLang="en-US" sz="800" dirty="0">
                <a:ln w="3175">
                  <a:noFill/>
                </a:ln>
                <a:solidFill>
                  <a:schemeClr val="bg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ADLaM Display" panose="020F0502020204030204" pitchFamily="2" charset="0"/>
              </a:endParaRPr>
            </a:p>
          </p:txBody>
        </p:sp>
      </p:grpSp>
      <p:grpSp>
        <p:nvGrpSpPr>
          <p:cNvPr id="233" name="组合 232">
            <a:extLst>
              <a:ext uri="{FF2B5EF4-FFF2-40B4-BE49-F238E27FC236}">
                <a16:creationId xmlns:a16="http://schemas.microsoft.com/office/drawing/2014/main" id="{4A4612AE-4FD7-4381-FD42-6C9FB283434B}"/>
              </a:ext>
            </a:extLst>
          </p:cNvPr>
          <p:cNvGrpSpPr/>
          <p:nvPr/>
        </p:nvGrpSpPr>
        <p:grpSpPr>
          <a:xfrm>
            <a:off x="6753477" y="4510786"/>
            <a:ext cx="476181" cy="215444"/>
            <a:chOff x="10061391" y="757822"/>
            <a:chExt cx="476181" cy="215444"/>
          </a:xfrm>
        </p:grpSpPr>
        <p:sp>
          <p:nvSpPr>
            <p:cNvPr id="234" name="矩形: 圆角 233">
              <a:extLst>
                <a:ext uri="{FF2B5EF4-FFF2-40B4-BE49-F238E27FC236}">
                  <a16:creationId xmlns:a16="http://schemas.microsoft.com/office/drawing/2014/main" id="{C43F3529-9984-AE3F-F148-18EAFE571ABE}"/>
                </a:ext>
              </a:extLst>
            </p:cNvPr>
            <p:cNvSpPr/>
            <p:nvPr/>
          </p:nvSpPr>
          <p:spPr>
            <a:xfrm>
              <a:off x="10061391" y="757874"/>
              <a:ext cx="476181" cy="215340"/>
            </a:xfrm>
            <a:prstGeom prst="roundRect">
              <a:avLst>
                <a:gd name="adj" fmla="val 17563"/>
              </a:avLst>
            </a:prstGeom>
            <a:solidFill>
              <a:schemeClr val="bg1">
                <a:lumMod val="95000"/>
                <a:alpha val="12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5" name="文本框 234">
              <a:extLst>
                <a:ext uri="{FF2B5EF4-FFF2-40B4-BE49-F238E27FC236}">
                  <a16:creationId xmlns:a16="http://schemas.microsoft.com/office/drawing/2014/main" id="{AF9BA761-E908-E796-7247-BCE411905B60}"/>
                </a:ext>
              </a:extLst>
            </p:cNvPr>
            <p:cNvSpPr txBox="1"/>
            <p:nvPr/>
          </p:nvSpPr>
          <p:spPr>
            <a:xfrm>
              <a:off x="10083752" y="757822"/>
              <a:ext cx="4314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ln w="3175">
                    <a:noFill/>
                  </a:ln>
                  <a:solidFill>
                    <a:schemeClr val="bg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ADLaM Display" panose="020F0502020204030204" pitchFamily="2" charset="0"/>
                </a:rPr>
                <a:t>编辑</a:t>
              </a:r>
            </a:p>
          </p:txBody>
        </p:sp>
      </p:grpSp>
      <p:grpSp>
        <p:nvGrpSpPr>
          <p:cNvPr id="236" name="组合 235">
            <a:extLst>
              <a:ext uri="{FF2B5EF4-FFF2-40B4-BE49-F238E27FC236}">
                <a16:creationId xmlns:a16="http://schemas.microsoft.com/office/drawing/2014/main" id="{A0A4B6C4-61B2-A1B4-9950-3018470EB636}"/>
              </a:ext>
            </a:extLst>
          </p:cNvPr>
          <p:cNvGrpSpPr/>
          <p:nvPr/>
        </p:nvGrpSpPr>
        <p:grpSpPr>
          <a:xfrm>
            <a:off x="4188630" y="4510786"/>
            <a:ext cx="713765" cy="215444"/>
            <a:chOff x="10061391" y="757822"/>
            <a:chExt cx="713765" cy="215444"/>
          </a:xfrm>
        </p:grpSpPr>
        <p:sp>
          <p:nvSpPr>
            <p:cNvPr id="237" name="矩形: 圆角 236">
              <a:extLst>
                <a:ext uri="{FF2B5EF4-FFF2-40B4-BE49-F238E27FC236}">
                  <a16:creationId xmlns:a16="http://schemas.microsoft.com/office/drawing/2014/main" id="{FB99E446-04A2-5A95-DC5B-87C722FC7ADE}"/>
                </a:ext>
              </a:extLst>
            </p:cNvPr>
            <p:cNvSpPr/>
            <p:nvPr/>
          </p:nvSpPr>
          <p:spPr>
            <a:xfrm>
              <a:off x="10061391" y="757874"/>
              <a:ext cx="713765" cy="215340"/>
            </a:xfrm>
            <a:prstGeom prst="roundRect">
              <a:avLst>
                <a:gd name="adj" fmla="val 17563"/>
              </a:avLst>
            </a:prstGeom>
            <a:solidFill>
              <a:schemeClr val="bg1">
                <a:lumMod val="95000"/>
                <a:alpha val="12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396C38BF-445A-D375-DAC1-E3CF1FBF08B4}"/>
                </a:ext>
              </a:extLst>
            </p:cNvPr>
            <p:cNvSpPr txBox="1"/>
            <p:nvPr/>
          </p:nvSpPr>
          <p:spPr>
            <a:xfrm>
              <a:off x="10061391" y="757822"/>
              <a:ext cx="7137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n w="3175">
                    <a:noFill/>
                  </a:ln>
                  <a:solidFill>
                    <a:schemeClr val="bg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ADLaM Display" panose="020F0502020204030204" pitchFamily="2" charset="0"/>
                </a:rPr>
                <a:t>模型     </a:t>
              </a:r>
              <a:r>
                <a:rPr lang="en-US" altLang="zh-CN" sz="800" dirty="0">
                  <a:ln w="3175">
                    <a:noFill/>
                  </a:ln>
                  <a:solidFill>
                    <a:schemeClr val="bg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ADLaM Display" panose="020F0502020204030204" pitchFamily="2" charset="0"/>
                </a:rPr>
                <a:t>GPT</a:t>
              </a:r>
              <a:endParaRPr lang="zh-CN" altLang="en-US" sz="800" dirty="0">
                <a:ln w="3175">
                  <a:noFill/>
                </a:ln>
                <a:solidFill>
                  <a:schemeClr val="bg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ADLaM Display" panose="020F0502020204030204" pitchFamily="2" charset="0"/>
              </a:endParaRPr>
            </a:p>
          </p:txBody>
        </p:sp>
      </p:grpSp>
      <p:grpSp>
        <p:nvGrpSpPr>
          <p:cNvPr id="239" name="组合 238">
            <a:extLst>
              <a:ext uri="{FF2B5EF4-FFF2-40B4-BE49-F238E27FC236}">
                <a16:creationId xmlns:a16="http://schemas.microsoft.com/office/drawing/2014/main" id="{0D8892D7-3753-5C24-0F79-8E329AD6AE7A}"/>
              </a:ext>
            </a:extLst>
          </p:cNvPr>
          <p:cNvGrpSpPr/>
          <p:nvPr/>
        </p:nvGrpSpPr>
        <p:grpSpPr>
          <a:xfrm>
            <a:off x="7351743" y="4510786"/>
            <a:ext cx="476181" cy="215444"/>
            <a:chOff x="10061391" y="757822"/>
            <a:chExt cx="476181" cy="215444"/>
          </a:xfrm>
        </p:grpSpPr>
        <p:sp>
          <p:nvSpPr>
            <p:cNvPr id="240" name="矩形: 圆角 239">
              <a:extLst>
                <a:ext uri="{FF2B5EF4-FFF2-40B4-BE49-F238E27FC236}">
                  <a16:creationId xmlns:a16="http://schemas.microsoft.com/office/drawing/2014/main" id="{0B978627-E5BE-5215-6E54-145768276C97}"/>
                </a:ext>
              </a:extLst>
            </p:cNvPr>
            <p:cNvSpPr/>
            <p:nvPr/>
          </p:nvSpPr>
          <p:spPr>
            <a:xfrm>
              <a:off x="10061391" y="757874"/>
              <a:ext cx="476181" cy="215340"/>
            </a:xfrm>
            <a:prstGeom prst="roundRect">
              <a:avLst>
                <a:gd name="adj" fmla="val 17563"/>
              </a:avLst>
            </a:prstGeom>
            <a:solidFill>
              <a:schemeClr val="bg1">
                <a:lumMod val="95000"/>
                <a:alpha val="12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1" name="文本框 240">
              <a:extLst>
                <a:ext uri="{FF2B5EF4-FFF2-40B4-BE49-F238E27FC236}">
                  <a16:creationId xmlns:a16="http://schemas.microsoft.com/office/drawing/2014/main" id="{30E0ED47-4B61-89A6-DC0A-25D90B0BD94B}"/>
                </a:ext>
              </a:extLst>
            </p:cNvPr>
            <p:cNvSpPr txBox="1"/>
            <p:nvPr/>
          </p:nvSpPr>
          <p:spPr>
            <a:xfrm>
              <a:off x="10083752" y="757822"/>
              <a:ext cx="4314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ln w="3175">
                    <a:noFill/>
                  </a:ln>
                  <a:solidFill>
                    <a:schemeClr val="bg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  <a:cs typeface="ADLaM Display" panose="020F0502020204030204" pitchFamily="2" charset="0"/>
                </a:rPr>
                <a:t>收藏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8412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4177</TotalTime>
  <Words>119</Words>
  <Application>Microsoft Office PowerPoint</Application>
  <PresentationFormat>宽屏</PresentationFormat>
  <Paragraphs>31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思源黑体 CN</vt:lpstr>
      <vt:lpstr>ADLaM Display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子琪 贺</dc:creator>
  <cp:lastModifiedBy>子琪 贺</cp:lastModifiedBy>
  <cp:revision>3</cp:revision>
  <dcterms:created xsi:type="dcterms:W3CDTF">2026-05-17T09:13:08Z</dcterms:created>
  <dcterms:modified xsi:type="dcterms:W3CDTF">2026-05-20T06:51:01Z</dcterms:modified>
</cp:coreProperties>
</file>